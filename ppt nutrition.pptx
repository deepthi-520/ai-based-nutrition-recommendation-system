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96" r:id="rId2"/>
    <p:sldMasterId id="2147483713" r:id="rId3"/>
  </p:sldMasterIdLst>
  <p:notesMasterIdLst>
    <p:notesMasterId r:id="rId27"/>
  </p:notesMasterIdLst>
  <p:sldIdLst>
    <p:sldId id="259" r:id="rId4"/>
    <p:sldId id="262" r:id="rId5"/>
    <p:sldId id="265" r:id="rId6"/>
    <p:sldId id="268" r:id="rId7"/>
    <p:sldId id="271" r:id="rId8"/>
    <p:sldId id="363" r:id="rId9"/>
    <p:sldId id="361" r:id="rId10"/>
    <p:sldId id="274" r:id="rId11"/>
    <p:sldId id="277" r:id="rId12"/>
    <p:sldId id="280" r:id="rId13"/>
    <p:sldId id="283" r:id="rId14"/>
    <p:sldId id="355" r:id="rId15"/>
    <p:sldId id="356" r:id="rId16"/>
    <p:sldId id="298" r:id="rId17"/>
    <p:sldId id="364" r:id="rId18"/>
    <p:sldId id="357" r:id="rId19"/>
    <p:sldId id="301" r:id="rId20"/>
    <p:sldId id="307" r:id="rId21"/>
    <p:sldId id="358" r:id="rId22"/>
    <p:sldId id="359" r:id="rId23"/>
    <p:sldId id="360" r:id="rId24"/>
    <p:sldId id="346" r:id="rId25"/>
    <p:sldId id="349" r:id="rId26"/>
  </p:sldIdLst>
  <p:sldSz cx="12192000" cy="6858000"/>
  <p:notesSz cx="6858000" cy="9144000"/>
  <p:custDataLst>
    <p:tags r:id="rId2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D5E90-9172-419B-BED1-7AAEE2A0AA95}" v="46" dt="2026-03-10T16:46:21.0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00"/>
    <p:restoredTop sz="0"/>
  </p:normalViewPr>
  <p:slideViewPr>
    <p:cSldViewPr>
      <p:cViewPr varScale="1">
        <p:scale>
          <a:sx n="74" d="100"/>
          <a:sy n="74" d="100"/>
        </p:scale>
        <p:origin x="340" y="56"/>
      </p:cViewPr>
      <p:guideLst/>
    </p:cSldViewPr>
  </p:slideViewPr>
  <p:notesTextViewPr>
    <p:cViewPr>
      <p:scale>
        <a:sx n="1" d="1"/>
        <a:sy n="1" d="1"/>
      </p:scale>
      <p:origin x="0" y="0"/>
    </p:cViewPr>
  </p:notesText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34" Type="http://schemas.microsoft.com/office/2015/10/relationships/revisionInfo" Target="revisionInfo.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gs" Target="tags/tag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notesMaster" Target="notesMasters/notesMaster1.xml"/><Relationship Id="rId30" Type="http://schemas.openxmlformats.org/officeDocument/2006/relationships/viewProps" Target="viewProps.xml"/><Relationship Id="rId8"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thi Reddy" userId="5c97811ebd104450" providerId="LiveId" clId="{41397DC7-37AD-4497-8049-252233225952}"/>
    <pc:docChg chg="undo custSel addSld delSld modSld sldOrd">
      <pc:chgData name="Deepthi Reddy" userId="5c97811ebd104450" providerId="LiveId" clId="{41397DC7-37AD-4497-8049-252233225952}" dt="2026-03-10T16:52:10.778" v="843" actId="1076"/>
      <pc:docMkLst>
        <pc:docMk/>
      </pc:docMkLst>
      <pc:sldChg chg="modSp mod">
        <pc:chgData name="Deepthi Reddy" userId="5c97811ebd104450" providerId="LiveId" clId="{41397DC7-37AD-4497-8049-252233225952}" dt="2026-03-10T16:04:27.144" v="147" actId="20577"/>
        <pc:sldMkLst>
          <pc:docMk/>
          <pc:sldMk cId="0" sldId="265"/>
        </pc:sldMkLst>
        <pc:spChg chg="mod">
          <ac:chgData name="Deepthi Reddy" userId="5c97811ebd104450" providerId="LiveId" clId="{41397DC7-37AD-4497-8049-252233225952}" dt="2026-03-10T16:04:27.144" v="147" actId="20577"/>
          <ac:spMkLst>
            <pc:docMk/>
            <pc:sldMk cId="0" sldId="265"/>
            <ac:spMk id="3" creationId="{00000000-0000-0000-0000-000000000000}"/>
          </ac:spMkLst>
        </pc:spChg>
        <pc:picChg chg="mod">
          <ac:chgData name="Deepthi Reddy" userId="5c97811ebd104450" providerId="LiveId" clId="{41397DC7-37AD-4497-8049-252233225952}" dt="2026-03-10T16:03:21.332" v="134" actId="1076"/>
          <ac:picMkLst>
            <pc:docMk/>
            <pc:sldMk cId="0" sldId="265"/>
            <ac:picMk id="4" creationId="{5110A0E5-A1BC-1293-D367-8D0521EDF2EA}"/>
          </ac:picMkLst>
        </pc:picChg>
      </pc:sldChg>
      <pc:sldChg chg="modSp mod">
        <pc:chgData name="Deepthi Reddy" userId="5c97811ebd104450" providerId="LiveId" clId="{41397DC7-37AD-4497-8049-252233225952}" dt="2026-03-10T16:07:47.523" v="166" actId="1076"/>
        <pc:sldMkLst>
          <pc:docMk/>
          <pc:sldMk cId="0" sldId="268"/>
        </pc:sldMkLst>
        <pc:spChg chg="mod">
          <ac:chgData name="Deepthi Reddy" userId="5c97811ebd104450" providerId="LiveId" clId="{41397DC7-37AD-4497-8049-252233225952}" dt="2026-03-10T16:07:47.523" v="166" actId="1076"/>
          <ac:spMkLst>
            <pc:docMk/>
            <pc:sldMk cId="0" sldId="268"/>
            <ac:spMk id="3" creationId="{00000000-0000-0000-0000-000000000000}"/>
          </ac:spMkLst>
        </pc:spChg>
      </pc:sldChg>
      <pc:sldChg chg="modSp mod">
        <pc:chgData name="Deepthi Reddy" userId="5c97811ebd104450" providerId="LiveId" clId="{41397DC7-37AD-4497-8049-252233225952}" dt="2026-03-10T16:08:31.461" v="174" actId="1076"/>
        <pc:sldMkLst>
          <pc:docMk/>
          <pc:sldMk cId="0" sldId="271"/>
        </pc:sldMkLst>
        <pc:spChg chg="mod">
          <ac:chgData name="Deepthi Reddy" userId="5c97811ebd104450" providerId="LiveId" clId="{41397DC7-37AD-4497-8049-252233225952}" dt="2026-03-10T16:08:31.461" v="174" actId="1076"/>
          <ac:spMkLst>
            <pc:docMk/>
            <pc:sldMk cId="0" sldId="271"/>
            <ac:spMk id="3" creationId="{00000000-0000-0000-0000-000000000000}"/>
          </ac:spMkLst>
        </pc:spChg>
      </pc:sldChg>
      <pc:sldChg chg="modSp mod">
        <pc:chgData name="Deepthi Reddy" userId="5c97811ebd104450" providerId="LiveId" clId="{41397DC7-37AD-4497-8049-252233225952}" dt="2026-03-10T16:49:01.960" v="833" actId="113"/>
        <pc:sldMkLst>
          <pc:docMk/>
          <pc:sldMk cId="0" sldId="274"/>
        </pc:sldMkLst>
        <pc:spChg chg="mod">
          <ac:chgData name="Deepthi Reddy" userId="5c97811ebd104450" providerId="LiveId" clId="{41397DC7-37AD-4497-8049-252233225952}" dt="2026-03-10T16:49:01.960" v="833" actId="113"/>
          <ac:spMkLst>
            <pc:docMk/>
            <pc:sldMk cId="0" sldId="274"/>
            <ac:spMk id="3" creationId="{00000000-0000-0000-0000-000000000000}"/>
          </ac:spMkLst>
        </pc:spChg>
      </pc:sldChg>
      <pc:sldChg chg="modSp mod">
        <pc:chgData name="Deepthi Reddy" userId="5c97811ebd104450" providerId="LiveId" clId="{41397DC7-37AD-4497-8049-252233225952}" dt="2026-03-10T16:36:41.658" v="587" actId="113"/>
        <pc:sldMkLst>
          <pc:docMk/>
          <pc:sldMk cId="0" sldId="277"/>
        </pc:sldMkLst>
        <pc:spChg chg="mod">
          <ac:chgData name="Deepthi Reddy" userId="5c97811ebd104450" providerId="LiveId" clId="{41397DC7-37AD-4497-8049-252233225952}" dt="2026-03-10T16:36:41.658" v="587" actId="113"/>
          <ac:spMkLst>
            <pc:docMk/>
            <pc:sldMk cId="0" sldId="277"/>
            <ac:spMk id="3" creationId="{00000000-0000-0000-0000-000000000000}"/>
          </ac:spMkLst>
        </pc:spChg>
      </pc:sldChg>
      <pc:sldChg chg="modSp mod">
        <pc:chgData name="Deepthi Reddy" userId="5c97811ebd104450" providerId="LiveId" clId="{41397DC7-37AD-4497-8049-252233225952}" dt="2026-03-10T16:36:33.208" v="585" actId="113"/>
        <pc:sldMkLst>
          <pc:docMk/>
          <pc:sldMk cId="0" sldId="280"/>
        </pc:sldMkLst>
        <pc:spChg chg="mod">
          <ac:chgData name="Deepthi Reddy" userId="5c97811ebd104450" providerId="LiveId" clId="{41397DC7-37AD-4497-8049-252233225952}" dt="2026-03-10T16:36:33.208" v="585" actId="113"/>
          <ac:spMkLst>
            <pc:docMk/>
            <pc:sldMk cId="0" sldId="280"/>
            <ac:spMk id="3" creationId="{00000000-0000-0000-0000-000000000000}"/>
          </ac:spMkLst>
        </pc:spChg>
      </pc:sldChg>
      <pc:sldChg chg="modSp mod">
        <pc:chgData name="Deepthi Reddy" userId="5c97811ebd104450" providerId="LiveId" clId="{41397DC7-37AD-4497-8049-252233225952}" dt="2026-03-10T16:36:18.565" v="583" actId="113"/>
        <pc:sldMkLst>
          <pc:docMk/>
          <pc:sldMk cId="0" sldId="283"/>
        </pc:sldMkLst>
        <pc:spChg chg="mod">
          <ac:chgData name="Deepthi Reddy" userId="5c97811ebd104450" providerId="LiveId" clId="{41397DC7-37AD-4497-8049-252233225952}" dt="2026-03-10T16:36:18.565" v="583" actId="113"/>
          <ac:spMkLst>
            <pc:docMk/>
            <pc:sldMk cId="0" sldId="283"/>
            <ac:spMk id="3" creationId="{00000000-0000-0000-0000-000000000000}"/>
          </ac:spMkLst>
        </pc:spChg>
      </pc:sldChg>
      <pc:sldChg chg="addSp delSp modSp del mod">
        <pc:chgData name="Deepthi Reddy" userId="5c97811ebd104450" providerId="LiveId" clId="{41397DC7-37AD-4497-8049-252233225952}" dt="2026-03-10T16:21:31.687" v="382" actId="47"/>
        <pc:sldMkLst>
          <pc:docMk/>
          <pc:sldMk cId="0" sldId="295"/>
        </pc:sldMkLst>
        <pc:spChg chg="mod">
          <ac:chgData name="Deepthi Reddy" userId="5c97811ebd104450" providerId="LiveId" clId="{41397DC7-37AD-4497-8049-252233225952}" dt="2026-03-10T16:15:28.914" v="328" actId="5793"/>
          <ac:spMkLst>
            <pc:docMk/>
            <pc:sldMk cId="0" sldId="295"/>
            <ac:spMk id="3" creationId="{00000000-0000-0000-0000-000000000000}"/>
          </ac:spMkLst>
        </pc:spChg>
        <pc:spChg chg="add del mod">
          <ac:chgData name="Deepthi Reddy" userId="5c97811ebd104450" providerId="LiveId" clId="{41397DC7-37AD-4497-8049-252233225952}" dt="2026-03-10T16:17:40.133" v="340" actId="478"/>
          <ac:spMkLst>
            <pc:docMk/>
            <pc:sldMk cId="0" sldId="295"/>
            <ac:spMk id="6" creationId="{333AF1E3-8668-A51D-08E0-FF0B5CEC6C07}"/>
          </ac:spMkLst>
        </pc:spChg>
        <pc:spChg chg="add del mod">
          <ac:chgData name="Deepthi Reddy" userId="5c97811ebd104450" providerId="LiveId" clId="{41397DC7-37AD-4497-8049-252233225952}" dt="2026-03-10T16:18:23.812" v="346"/>
          <ac:spMkLst>
            <pc:docMk/>
            <pc:sldMk cId="0" sldId="295"/>
            <ac:spMk id="8" creationId="{4EFEAB21-3C68-17C0-9FDE-FA9C0E49C104}"/>
          </ac:spMkLst>
        </pc:spChg>
        <pc:spChg chg="add del mod">
          <ac:chgData name="Deepthi Reddy" userId="5c97811ebd104450" providerId="LiveId" clId="{41397DC7-37AD-4497-8049-252233225952}" dt="2026-03-10T16:20:11.478" v="376" actId="478"/>
          <ac:spMkLst>
            <pc:docMk/>
            <pc:sldMk cId="0" sldId="295"/>
            <ac:spMk id="10" creationId="{9BEBADE4-608D-FE5E-64C8-65128FCE7387}"/>
          </ac:spMkLst>
        </pc:spChg>
        <pc:spChg chg="add">
          <ac:chgData name="Deepthi Reddy" userId="5c97811ebd104450" providerId="LiveId" clId="{41397DC7-37AD-4497-8049-252233225952}" dt="2026-03-10T16:21:22.285" v="381" actId="22"/>
          <ac:spMkLst>
            <pc:docMk/>
            <pc:sldMk cId="0" sldId="295"/>
            <ac:spMk id="12" creationId="{AA83EE8C-D935-A901-51D3-54B393418A0E}"/>
          </ac:spMkLst>
        </pc:spChg>
        <pc:picChg chg="mod">
          <ac:chgData name="Deepthi Reddy" userId="5c97811ebd104450" providerId="LiveId" clId="{41397DC7-37AD-4497-8049-252233225952}" dt="2026-03-10T16:15:20.289" v="212" actId="1076"/>
          <ac:picMkLst>
            <pc:docMk/>
            <pc:sldMk cId="0" sldId="295"/>
            <ac:picMk id="5" creationId="{6432D58B-1A61-7090-9C87-50960A060835}"/>
          </ac:picMkLst>
        </pc:picChg>
      </pc:sldChg>
      <pc:sldChg chg="addSp delSp modSp mod">
        <pc:chgData name="Deepthi Reddy" userId="5c97811ebd104450" providerId="LiveId" clId="{41397DC7-37AD-4497-8049-252233225952}" dt="2026-03-10T16:50:00.010" v="837" actId="113"/>
        <pc:sldMkLst>
          <pc:docMk/>
          <pc:sldMk cId="0" sldId="298"/>
        </pc:sldMkLst>
        <pc:spChg chg="del mod">
          <ac:chgData name="Deepthi Reddy" userId="5c97811ebd104450" providerId="LiveId" clId="{41397DC7-37AD-4497-8049-252233225952}" dt="2026-03-10T16:18:33.921" v="350" actId="478"/>
          <ac:spMkLst>
            <pc:docMk/>
            <pc:sldMk cId="0" sldId="298"/>
            <ac:spMk id="3" creationId="{00000000-0000-0000-0000-000000000000}"/>
          </ac:spMkLst>
        </pc:spChg>
        <pc:spChg chg="add mod">
          <ac:chgData name="Deepthi Reddy" userId="5c97811ebd104450" providerId="LiveId" clId="{41397DC7-37AD-4497-8049-252233225952}" dt="2026-03-10T16:50:00.010" v="837" actId="113"/>
          <ac:spMkLst>
            <pc:docMk/>
            <pc:sldMk cId="0" sldId="298"/>
            <ac:spMk id="6" creationId="{53577DD5-0DDE-D157-0766-047E2E75AF05}"/>
          </ac:spMkLst>
        </pc:spChg>
        <pc:picChg chg="mod">
          <ac:chgData name="Deepthi Reddy" userId="5c97811ebd104450" providerId="LiveId" clId="{41397DC7-37AD-4497-8049-252233225952}" dt="2026-03-10T16:15:48.367" v="329" actId="1076"/>
          <ac:picMkLst>
            <pc:docMk/>
            <pc:sldMk cId="0" sldId="298"/>
            <ac:picMk id="4" creationId="{8683698B-733D-BC1C-F559-3A889E231001}"/>
          </ac:picMkLst>
        </pc:picChg>
      </pc:sldChg>
      <pc:sldChg chg="modSp del mod">
        <pc:chgData name="Deepthi Reddy" userId="5c97811ebd104450" providerId="LiveId" clId="{41397DC7-37AD-4497-8049-252233225952}" dt="2026-03-10T16:30:47.942" v="528" actId="2696"/>
        <pc:sldMkLst>
          <pc:docMk/>
          <pc:sldMk cId="0" sldId="334"/>
        </pc:sldMkLst>
        <pc:spChg chg="mod">
          <ac:chgData name="Deepthi Reddy" userId="5c97811ebd104450" providerId="LiveId" clId="{41397DC7-37AD-4497-8049-252233225952}" dt="2026-03-10T16:26:52.432" v="457" actId="20577"/>
          <ac:spMkLst>
            <pc:docMk/>
            <pc:sldMk cId="0" sldId="334"/>
            <ac:spMk id="3" creationId="{00000000-0000-0000-0000-000000000000}"/>
          </ac:spMkLst>
        </pc:spChg>
      </pc:sldChg>
      <pc:sldChg chg="modSp del mod">
        <pc:chgData name="Deepthi Reddy" userId="5c97811ebd104450" providerId="LiveId" clId="{41397DC7-37AD-4497-8049-252233225952}" dt="2026-03-10T16:31:22.230" v="550" actId="2696"/>
        <pc:sldMkLst>
          <pc:docMk/>
          <pc:sldMk cId="0" sldId="337"/>
        </pc:sldMkLst>
        <pc:spChg chg="mod">
          <ac:chgData name="Deepthi Reddy" userId="5c97811ebd104450" providerId="LiveId" clId="{41397DC7-37AD-4497-8049-252233225952}" dt="2026-03-10T16:27:00.245" v="460" actId="20577"/>
          <ac:spMkLst>
            <pc:docMk/>
            <pc:sldMk cId="0" sldId="337"/>
            <ac:spMk id="3" creationId="{00000000-0000-0000-0000-000000000000}"/>
          </ac:spMkLst>
        </pc:spChg>
      </pc:sldChg>
      <pc:sldChg chg="addSp delSp modSp del mod ord">
        <pc:chgData name="Deepthi Reddy" userId="5c97811ebd104450" providerId="LiveId" clId="{41397DC7-37AD-4497-8049-252233225952}" dt="2026-03-10T16:29:25.352" v="494" actId="2696"/>
        <pc:sldMkLst>
          <pc:docMk/>
          <pc:sldMk cId="0" sldId="340"/>
        </pc:sldMkLst>
        <pc:spChg chg="mod">
          <ac:chgData name="Deepthi Reddy" userId="5c97811ebd104450" providerId="LiveId" clId="{41397DC7-37AD-4497-8049-252233225952}" dt="2026-03-10T16:27:11.673" v="462" actId="5793"/>
          <ac:spMkLst>
            <pc:docMk/>
            <pc:sldMk cId="0" sldId="340"/>
            <ac:spMk id="4" creationId="{A957A8CE-B544-DB97-AFD4-BAE4EF837ECE}"/>
          </ac:spMkLst>
        </pc:spChg>
        <pc:spChg chg="add del mod">
          <ac:chgData name="Deepthi Reddy" userId="5c97811ebd104450" providerId="LiveId" clId="{41397DC7-37AD-4497-8049-252233225952}" dt="2026-03-10T16:28:05.449" v="469" actId="478"/>
          <ac:spMkLst>
            <pc:docMk/>
            <pc:sldMk cId="0" sldId="340"/>
            <ac:spMk id="6" creationId="{C19C8AD3-FC55-F72E-5076-2377128001E0}"/>
          </ac:spMkLst>
        </pc:spChg>
      </pc:sldChg>
      <pc:sldChg chg="addSp delSp modSp del mod">
        <pc:chgData name="Deepthi Reddy" userId="5c97811ebd104450" providerId="LiveId" clId="{41397DC7-37AD-4497-8049-252233225952}" dt="2026-03-10T16:31:36.340" v="552" actId="2696"/>
        <pc:sldMkLst>
          <pc:docMk/>
          <pc:sldMk cId="0" sldId="346"/>
        </pc:sldMkLst>
        <pc:spChg chg="add mod">
          <ac:chgData name="Deepthi Reddy" userId="5c97811ebd104450" providerId="LiveId" clId="{41397DC7-37AD-4497-8049-252233225952}" dt="2026-03-10T16:27:30.641" v="464" actId="478"/>
          <ac:spMkLst>
            <pc:docMk/>
            <pc:sldMk cId="0" sldId="346"/>
            <ac:spMk id="4" creationId="{6C09B3A4-11BB-32C8-34E6-68015924F72B}"/>
          </ac:spMkLst>
        </pc:spChg>
        <pc:spChg chg="mod">
          <ac:chgData name="Deepthi Reddy" userId="5c97811ebd104450" providerId="LiveId" clId="{41397DC7-37AD-4497-8049-252233225952}" dt="2026-03-10T16:31:29.284" v="551" actId="1076"/>
          <ac:spMkLst>
            <pc:docMk/>
            <pc:sldMk cId="0" sldId="346"/>
            <ac:spMk id="6" creationId="{00000000-0000-0000-0000-000000000000}"/>
          </ac:spMkLst>
        </pc:spChg>
        <pc:spChg chg="del mod">
          <ac:chgData name="Deepthi Reddy" userId="5c97811ebd104450" providerId="LiveId" clId="{41397DC7-37AD-4497-8049-252233225952}" dt="2026-03-10T16:27:30.641" v="464" actId="478"/>
          <ac:spMkLst>
            <pc:docMk/>
            <pc:sldMk cId="0" sldId="346"/>
            <ac:spMk id="9" creationId="{2F9BE1CA-A86C-53FD-837A-7E8C249EA8F2}"/>
          </ac:spMkLst>
        </pc:spChg>
      </pc:sldChg>
      <pc:sldChg chg="modSp add mod">
        <pc:chgData name="Deepthi Reddy" userId="5c97811ebd104450" providerId="LiveId" clId="{41397DC7-37AD-4497-8049-252233225952}" dt="2026-03-10T16:51:31.199" v="838" actId="113"/>
        <pc:sldMkLst>
          <pc:docMk/>
          <pc:sldMk cId="1170789882" sldId="346"/>
        </pc:sldMkLst>
        <pc:spChg chg="mod">
          <ac:chgData name="Deepthi Reddy" userId="5c97811ebd104450" providerId="LiveId" clId="{41397DC7-37AD-4497-8049-252233225952}" dt="2026-03-10T16:51:31.199" v="838" actId="113"/>
          <ac:spMkLst>
            <pc:docMk/>
            <pc:sldMk cId="1170789882" sldId="346"/>
            <ac:spMk id="4" creationId="{6C09B3A4-11BB-32C8-34E6-68015924F72B}"/>
          </ac:spMkLst>
        </pc:spChg>
      </pc:sldChg>
      <pc:sldChg chg="modSp mod">
        <pc:chgData name="Deepthi Reddy" userId="5c97811ebd104450" providerId="LiveId" clId="{41397DC7-37AD-4497-8049-252233225952}" dt="2026-03-10T16:36:08.166" v="582" actId="113"/>
        <pc:sldMkLst>
          <pc:docMk/>
          <pc:sldMk cId="3279771123" sldId="355"/>
        </pc:sldMkLst>
        <pc:spChg chg="mod">
          <ac:chgData name="Deepthi Reddy" userId="5c97811ebd104450" providerId="LiveId" clId="{41397DC7-37AD-4497-8049-252233225952}" dt="2026-03-10T16:36:08.166" v="582" actId="113"/>
          <ac:spMkLst>
            <pc:docMk/>
            <pc:sldMk cId="3279771123" sldId="355"/>
            <ac:spMk id="3" creationId="{B52F5302-4CEE-F691-D0E9-C4029722962E}"/>
          </ac:spMkLst>
        </pc:spChg>
      </pc:sldChg>
      <pc:sldChg chg="addSp modSp new mod">
        <pc:chgData name="Deepthi Reddy" userId="5c97811ebd104450" providerId="LiveId" clId="{41397DC7-37AD-4497-8049-252233225952}" dt="2026-03-10T16:24:36.856" v="428" actId="1076"/>
        <pc:sldMkLst>
          <pc:docMk/>
          <pc:sldMk cId="918001244" sldId="356"/>
        </pc:sldMkLst>
        <pc:spChg chg="mod">
          <ac:chgData name="Deepthi Reddy" userId="5c97811ebd104450" providerId="LiveId" clId="{41397DC7-37AD-4497-8049-252233225952}" dt="2026-03-10T16:23:09.795" v="420" actId="20577"/>
          <ac:spMkLst>
            <pc:docMk/>
            <pc:sldMk cId="918001244" sldId="356"/>
            <ac:spMk id="2" creationId="{DDB62FD7-3150-4386-01EE-315330C446C7}"/>
          </ac:spMkLst>
        </pc:spChg>
        <pc:spChg chg="mod">
          <ac:chgData name="Deepthi Reddy" userId="5c97811ebd104450" providerId="LiveId" clId="{41397DC7-37AD-4497-8049-252233225952}" dt="2026-03-10T16:24:36.856" v="428" actId="1076"/>
          <ac:spMkLst>
            <pc:docMk/>
            <pc:sldMk cId="918001244" sldId="356"/>
            <ac:spMk id="3" creationId="{4520B62E-38BA-AF1F-E110-268F887D2F04}"/>
          </ac:spMkLst>
        </pc:spChg>
        <pc:picChg chg="add mod">
          <ac:chgData name="Deepthi Reddy" userId="5c97811ebd104450" providerId="LiveId" clId="{41397DC7-37AD-4497-8049-252233225952}" dt="2026-03-10T16:24:26.114" v="427" actId="1076"/>
          <ac:picMkLst>
            <pc:docMk/>
            <pc:sldMk cId="918001244" sldId="356"/>
            <ac:picMk id="4" creationId="{D1445E70-2B48-ADAF-7E76-CD392DB26185}"/>
          </ac:picMkLst>
        </pc:picChg>
      </pc:sldChg>
      <pc:sldChg chg="new del">
        <pc:chgData name="Deepthi Reddy" userId="5c97811ebd104450" providerId="LiveId" clId="{41397DC7-37AD-4497-8049-252233225952}" dt="2026-03-10T16:20:52.882" v="380" actId="2696"/>
        <pc:sldMkLst>
          <pc:docMk/>
          <pc:sldMk cId="2322771323" sldId="356"/>
        </pc:sldMkLst>
      </pc:sldChg>
      <pc:sldChg chg="new del">
        <pc:chgData name="Deepthi Reddy" userId="5c97811ebd104450" providerId="LiveId" clId="{41397DC7-37AD-4497-8049-252233225952}" dt="2026-03-10T16:22:15.676" v="384" actId="2696"/>
        <pc:sldMkLst>
          <pc:docMk/>
          <pc:sldMk cId="3462473524" sldId="356"/>
        </pc:sldMkLst>
      </pc:sldChg>
      <pc:sldChg chg="addSp modSp new mod">
        <pc:chgData name="Deepthi Reddy" userId="5c97811ebd104450" providerId="LiveId" clId="{41397DC7-37AD-4497-8049-252233225952}" dt="2026-03-10T16:43:32.160" v="762" actId="113"/>
        <pc:sldMkLst>
          <pc:docMk/>
          <pc:sldMk cId="895671868" sldId="357"/>
        </pc:sldMkLst>
        <pc:spChg chg="mod">
          <ac:chgData name="Deepthi Reddy" userId="5c97811ebd104450" providerId="LiveId" clId="{41397DC7-37AD-4497-8049-252233225952}" dt="2026-03-10T16:25:11.088" v="443" actId="20577"/>
          <ac:spMkLst>
            <pc:docMk/>
            <pc:sldMk cId="895671868" sldId="357"/>
            <ac:spMk id="2" creationId="{49AD6E75-5D0B-6DA3-CDF5-F9F099F56C17}"/>
          </ac:spMkLst>
        </pc:spChg>
        <pc:spChg chg="mod">
          <ac:chgData name="Deepthi Reddy" userId="5c97811ebd104450" providerId="LiveId" clId="{41397DC7-37AD-4497-8049-252233225952}" dt="2026-03-10T16:43:32.160" v="762" actId="113"/>
          <ac:spMkLst>
            <pc:docMk/>
            <pc:sldMk cId="895671868" sldId="357"/>
            <ac:spMk id="3" creationId="{5329433C-DF89-F0A0-AB5D-1C9B3E03E96A}"/>
          </ac:spMkLst>
        </pc:spChg>
        <pc:picChg chg="add mod">
          <ac:chgData name="Deepthi Reddy" userId="5c97811ebd104450" providerId="LiveId" clId="{41397DC7-37AD-4497-8049-252233225952}" dt="2026-03-10T16:34:50.624" v="573" actId="1076"/>
          <ac:picMkLst>
            <pc:docMk/>
            <pc:sldMk cId="895671868" sldId="357"/>
            <ac:picMk id="4" creationId="{DE6C77B9-F120-ABA9-E647-972F1675145B}"/>
          </ac:picMkLst>
        </pc:picChg>
      </pc:sldChg>
      <pc:sldChg chg="addSp delSp modSp new mod">
        <pc:chgData name="Deepthi Reddy" userId="5c97811ebd104450" providerId="LiveId" clId="{41397DC7-37AD-4497-8049-252233225952}" dt="2026-03-10T16:52:10.778" v="843" actId="1076"/>
        <pc:sldMkLst>
          <pc:docMk/>
          <pc:sldMk cId="33397182" sldId="358"/>
        </pc:sldMkLst>
        <pc:spChg chg="mod">
          <ac:chgData name="Deepthi Reddy" userId="5c97811ebd104450" providerId="LiveId" clId="{41397DC7-37AD-4497-8049-252233225952}" dt="2026-03-10T16:28:21.029" v="492" actId="20577"/>
          <ac:spMkLst>
            <pc:docMk/>
            <pc:sldMk cId="33397182" sldId="358"/>
            <ac:spMk id="2" creationId="{87888641-4790-BB3B-7426-BEEB901C534B}"/>
          </ac:spMkLst>
        </pc:spChg>
        <pc:spChg chg="mod">
          <ac:chgData name="Deepthi Reddy" userId="5c97811ebd104450" providerId="LiveId" clId="{41397DC7-37AD-4497-8049-252233225952}" dt="2026-03-10T16:52:10.778" v="843" actId="1076"/>
          <ac:spMkLst>
            <pc:docMk/>
            <pc:sldMk cId="33397182" sldId="358"/>
            <ac:spMk id="3" creationId="{4BD5D3DE-3FC1-93DF-44C8-3FD20CAA8B66}"/>
          </ac:spMkLst>
        </pc:spChg>
        <pc:spChg chg="add del mod">
          <ac:chgData name="Deepthi Reddy" userId="5c97811ebd104450" providerId="LiveId" clId="{41397DC7-37AD-4497-8049-252233225952}" dt="2026-03-10T16:29:57.785" v="502" actId="478"/>
          <ac:spMkLst>
            <pc:docMk/>
            <pc:sldMk cId="33397182" sldId="358"/>
            <ac:spMk id="6" creationId="{0EE2481A-2AB0-D27D-4E7B-B13007E974BF}"/>
          </ac:spMkLst>
        </pc:spChg>
        <pc:picChg chg="add mod">
          <ac:chgData name="Deepthi Reddy" userId="5c97811ebd104450" providerId="LiveId" clId="{41397DC7-37AD-4497-8049-252233225952}" dt="2026-03-10T16:29:17.730" v="493"/>
          <ac:picMkLst>
            <pc:docMk/>
            <pc:sldMk cId="33397182" sldId="358"/>
            <ac:picMk id="4" creationId="{E55108B7-B579-2A04-2FE1-2E6714A77B24}"/>
          </ac:picMkLst>
        </pc:picChg>
      </pc:sldChg>
      <pc:sldChg chg="addSp modSp new mod">
        <pc:chgData name="Deepthi Reddy" userId="5c97811ebd104450" providerId="LiveId" clId="{41397DC7-37AD-4497-8049-252233225952}" dt="2026-03-10T16:51:58.221" v="842" actId="14100"/>
        <pc:sldMkLst>
          <pc:docMk/>
          <pc:sldMk cId="2398430406" sldId="359"/>
        </pc:sldMkLst>
        <pc:spChg chg="mod">
          <ac:chgData name="Deepthi Reddy" userId="5c97811ebd104450" providerId="LiveId" clId="{41397DC7-37AD-4497-8049-252233225952}" dt="2026-03-10T16:30:38.020" v="527" actId="20577"/>
          <ac:spMkLst>
            <pc:docMk/>
            <pc:sldMk cId="2398430406" sldId="359"/>
            <ac:spMk id="2" creationId="{D17F6620-B506-1476-CC7B-6E0F0564A765}"/>
          </ac:spMkLst>
        </pc:spChg>
        <pc:spChg chg="mod">
          <ac:chgData name="Deepthi Reddy" userId="5c97811ebd104450" providerId="LiveId" clId="{41397DC7-37AD-4497-8049-252233225952}" dt="2026-03-10T16:51:58.221" v="842" actId="14100"/>
          <ac:spMkLst>
            <pc:docMk/>
            <pc:sldMk cId="2398430406" sldId="359"/>
            <ac:spMk id="3" creationId="{BBDEBA39-78BF-FA00-026C-686C5A5BFB08}"/>
          </ac:spMkLst>
        </pc:spChg>
        <pc:picChg chg="add mod">
          <ac:chgData name="Deepthi Reddy" userId="5c97811ebd104450" providerId="LiveId" clId="{41397DC7-37AD-4497-8049-252233225952}" dt="2026-03-10T16:32:25.239" v="559"/>
          <ac:picMkLst>
            <pc:docMk/>
            <pc:sldMk cId="2398430406" sldId="359"/>
            <ac:picMk id="4" creationId="{D1D66A59-2EE5-0457-0F5C-CFC3496ED95F}"/>
          </ac:picMkLst>
        </pc:picChg>
      </pc:sldChg>
      <pc:sldChg chg="addSp modSp new mod">
        <pc:chgData name="Deepthi Reddy" userId="5c97811ebd104450" providerId="LiveId" clId="{41397DC7-37AD-4497-8049-252233225952}" dt="2026-03-10T16:51:45.326" v="840" actId="1076"/>
        <pc:sldMkLst>
          <pc:docMk/>
          <pc:sldMk cId="2891227658" sldId="360"/>
        </pc:sldMkLst>
        <pc:spChg chg="mod">
          <ac:chgData name="Deepthi Reddy" userId="5c97811ebd104450" providerId="LiveId" clId="{41397DC7-37AD-4497-8049-252233225952}" dt="2026-03-10T16:31:12.671" v="549" actId="20577"/>
          <ac:spMkLst>
            <pc:docMk/>
            <pc:sldMk cId="2891227658" sldId="360"/>
            <ac:spMk id="2" creationId="{7C24FAC3-6EE9-6757-B2AA-6A7189D989B5}"/>
          </ac:spMkLst>
        </pc:spChg>
        <pc:spChg chg="mod">
          <ac:chgData name="Deepthi Reddy" userId="5c97811ebd104450" providerId="LiveId" clId="{41397DC7-37AD-4497-8049-252233225952}" dt="2026-03-10T16:51:45.326" v="840" actId="1076"/>
          <ac:spMkLst>
            <pc:docMk/>
            <pc:sldMk cId="2891227658" sldId="360"/>
            <ac:spMk id="3" creationId="{EC1932BC-9C49-CC8E-EC74-5E05AD042061}"/>
          </ac:spMkLst>
        </pc:spChg>
        <pc:picChg chg="add mod">
          <ac:chgData name="Deepthi Reddy" userId="5c97811ebd104450" providerId="LiveId" clId="{41397DC7-37AD-4497-8049-252233225952}" dt="2026-03-10T16:32:29.219" v="560"/>
          <ac:picMkLst>
            <pc:docMk/>
            <pc:sldMk cId="2891227658" sldId="360"/>
            <ac:picMk id="4" creationId="{4A62C398-AE1E-3235-68C6-B338ED820EC0}"/>
          </ac:picMkLst>
        </pc:picChg>
      </pc:sldChg>
      <pc:sldChg chg="new del">
        <pc:chgData name="Deepthi Reddy" userId="5c97811ebd104450" providerId="LiveId" clId="{41397DC7-37AD-4497-8049-252233225952}" dt="2026-03-10T16:32:12.430" v="558" actId="2696"/>
        <pc:sldMkLst>
          <pc:docMk/>
          <pc:sldMk cId="1622052712" sldId="361"/>
        </pc:sldMkLst>
      </pc:sldChg>
      <pc:sldChg chg="addSp modSp new mod">
        <pc:chgData name="Deepthi Reddy" userId="5c97811ebd104450" providerId="LiveId" clId="{41397DC7-37AD-4497-8049-252233225952}" dt="2026-03-10T16:38:49.623" v="646"/>
        <pc:sldMkLst>
          <pc:docMk/>
          <pc:sldMk cId="3397662612" sldId="361"/>
        </pc:sldMkLst>
        <pc:spChg chg="mod">
          <ac:chgData name="Deepthi Reddy" userId="5c97811ebd104450" providerId="LiveId" clId="{41397DC7-37AD-4497-8049-252233225952}" dt="2026-03-10T16:37:56.853" v="643" actId="20577"/>
          <ac:spMkLst>
            <pc:docMk/>
            <pc:sldMk cId="3397662612" sldId="361"/>
            <ac:spMk id="2" creationId="{D773FCAF-6A68-C0BE-D4A0-A25CC9D645D8}"/>
          </ac:spMkLst>
        </pc:spChg>
        <pc:spChg chg="mod">
          <ac:chgData name="Deepthi Reddy" userId="5c97811ebd104450" providerId="LiveId" clId="{41397DC7-37AD-4497-8049-252233225952}" dt="2026-03-10T16:38:34.867" v="645" actId="1076"/>
          <ac:spMkLst>
            <pc:docMk/>
            <pc:sldMk cId="3397662612" sldId="361"/>
            <ac:spMk id="3" creationId="{56236179-78A8-25AB-DAF4-5BC72719D9A5}"/>
          </ac:spMkLst>
        </pc:spChg>
        <pc:picChg chg="add mod">
          <ac:chgData name="Deepthi Reddy" userId="5c97811ebd104450" providerId="LiveId" clId="{41397DC7-37AD-4497-8049-252233225952}" dt="2026-03-10T16:38:49.623" v="646"/>
          <ac:picMkLst>
            <pc:docMk/>
            <pc:sldMk cId="3397662612" sldId="361"/>
            <ac:picMk id="4" creationId="{14273A6B-6D94-B1DA-529C-5F4169163463}"/>
          </ac:picMkLst>
        </pc:picChg>
      </pc:sldChg>
      <pc:sldChg chg="modSp add del mod">
        <pc:chgData name="Deepthi Reddy" userId="5c97811ebd104450" providerId="LiveId" clId="{41397DC7-37AD-4497-8049-252233225952}" dt="2026-03-10T16:32:07.669" v="557" actId="2696"/>
        <pc:sldMkLst>
          <pc:docMk/>
          <pc:sldMk cId="1395719718" sldId="362"/>
        </pc:sldMkLst>
        <pc:spChg chg="mod">
          <ac:chgData name="Deepthi Reddy" userId="5c97811ebd104450" providerId="LiveId" clId="{41397DC7-37AD-4497-8049-252233225952}" dt="2026-03-10T16:31:56.250" v="556" actId="1076"/>
          <ac:spMkLst>
            <pc:docMk/>
            <pc:sldMk cId="1395719718" sldId="362"/>
            <ac:spMk id="6" creationId="{0F4F2774-DF0F-F88D-16D0-BFEDD8D6752A}"/>
          </ac:spMkLst>
        </pc:spChg>
      </pc:sldChg>
      <pc:sldChg chg="addSp modSp new del mod">
        <pc:chgData name="Deepthi Reddy" userId="5c97811ebd104450" providerId="LiveId" clId="{41397DC7-37AD-4497-8049-252233225952}" dt="2026-03-10T16:42:34.058" v="755" actId="2696"/>
        <pc:sldMkLst>
          <pc:docMk/>
          <pc:sldMk cId="3572491450" sldId="362"/>
        </pc:sldMkLst>
        <pc:spChg chg="mod">
          <ac:chgData name="Deepthi Reddy" userId="5c97811ebd104450" providerId="LiveId" clId="{41397DC7-37AD-4497-8049-252233225952}" dt="2026-03-10T16:40:16.470" v="710" actId="20577"/>
          <ac:spMkLst>
            <pc:docMk/>
            <pc:sldMk cId="3572491450" sldId="362"/>
            <ac:spMk id="2" creationId="{AD3A7EE4-E4C7-784F-B54C-9BC10B312C91}"/>
          </ac:spMkLst>
        </pc:spChg>
        <pc:spChg chg="mod">
          <ac:chgData name="Deepthi Reddy" userId="5c97811ebd104450" providerId="LiveId" clId="{41397DC7-37AD-4497-8049-252233225952}" dt="2026-03-10T16:40:48.432" v="712" actId="20577"/>
          <ac:spMkLst>
            <pc:docMk/>
            <pc:sldMk cId="3572491450" sldId="362"/>
            <ac:spMk id="3" creationId="{5634C1F5-A1F0-DD7E-0A20-90F3D381D429}"/>
          </ac:spMkLst>
        </pc:spChg>
        <pc:picChg chg="add mod">
          <ac:chgData name="Deepthi Reddy" userId="5c97811ebd104450" providerId="LiveId" clId="{41397DC7-37AD-4497-8049-252233225952}" dt="2026-03-10T16:39:51.535" v="687"/>
          <ac:picMkLst>
            <pc:docMk/>
            <pc:sldMk cId="3572491450" sldId="362"/>
            <ac:picMk id="4" creationId="{4658DEAC-FD76-0F0F-736C-EB8FEE891626}"/>
          </ac:picMkLst>
        </pc:picChg>
      </pc:sldChg>
      <pc:sldChg chg="addSp modSp new mod ord">
        <pc:chgData name="Deepthi Reddy" userId="5c97811ebd104450" providerId="LiveId" clId="{41397DC7-37AD-4497-8049-252233225952}" dt="2026-03-10T16:42:43.652" v="757"/>
        <pc:sldMkLst>
          <pc:docMk/>
          <pc:sldMk cId="1892634408" sldId="363"/>
        </pc:sldMkLst>
        <pc:spChg chg="mod">
          <ac:chgData name="Deepthi Reddy" userId="5c97811ebd104450" providerId="LiveId" clId="{41397DC7-37AD-4497-8049-252233225952}" dt="2026-03-10T16:42:18.516" v="753" actId="20577"/>
          <ac:spMkLst>
            <pc:docMk/>
            <pc:sldMk cId="1892634408" sldId="363"/>
            <ac:spMk id="2" creationId="{6527FC92-F217-5E7E-42DD-F226827D4199}"/>
          </ac:spMkLst>
        </pc:spChg>
        <pc:spChg chg="mod">
          <ac:chgData name="Deepthi Reddy" userId="5c97811ebd104450" providerId="LiveId" clId="{41397DC7-37AD-4497-8049-252233225952}" dt="2026-03-10T16:41:48.901" v="734" actId="20577"/>
          <ac:spMkLst>
            <pc:docMk/>
            <pc:sldMk cId="1892634408" sldId="363"/>
            <ac:spMk id="3" creationId="{2124CE57-BF90-7082-C928-685F659FDACD}"/>
          </ac:spMkLst>
        </pc:spChg>
        <pc:picChg chg="add mod">
          <ac:chgData name="Deepthi Reddy" userId="5c97811ebd104450" providerId="LiveId" clId="{41397DC7-37AD-4497-8049-252233225952}" dt="2026-03-10T16:42:28.985" v="754"/>
          <ac:picMkLst>
            <pc:docMk/>
            <pc:sldMk cId="1892634408" sldId="363"/>
            <ac:picMk id="4" creationId="{5D8973E4-1B0D-9E90-D2AC-4EB2B243A98D}"/>
          </ac:picMkLst>
        </pc:picChg>
      </pc:sldChg>
      <pc:sldChg chg="addSp modSp new mod">
        <pc:chgData name="Deepthi Reddy" userId="5c97811ebd104450" providerId="LiveId" clId="{41397DC7-37AD-4497-8049-252233225952}" dt="2026-03-10T16:46:31.073" v="829" actId="1076"/>
        <pc:sldMkLst>
          <pc:docMk/>
          <pc:sldMk cId="3502854807" sldId="364"/>
        </pc:sldMkLst>
        <pc:spChg chg="mod">
          <ac:chgData name="Deepthi Reddy" userId="5c97811ebd104450" providerId="LiveId" clId="{41397DC7-37AD-4497-8049-252233225952}" dt="2026-03-10T16:46:10.224" v="827" actId="20577"/>
          <ac:spMkLst>
            <pc:docMk/>
            <pc:sldMk cId="3502854807" sldId="364"/>
            <ac:spMk id="2" creationId="{32DB634D-A504-921C-4630-E2F80CC37EF9}"/>
          </ac:spMkLst>
        </pc:spChg>
        <pc:spChg chg="mod">
          <ac:chgData name="Deepthi Reddy" userId="5c97811ebd104450" providerId="LiveId" clId="{41397DC7-37AD-4497-8049-252233225952}" dt="2026-03-10T16:46:31.073" v="829" actId="1076"/>
          <ac:spMkLst>
            <pc:docMk/>
            <pc:sldMk cId="3502854807" sldId="364"/>
            <ac:spMk id="3" creationId="{96D91ECF-D713-ACF2-BC70-F708791079DC}"/>
          </ac:spMkLst>
        </pc:spChg>
        <pc:picChg chg="add mod">
          <ac:chgData name="Deepthi Reddy" userId="5c97811ebd104450" providerId="LiveId" clId="{41397DC7-37AD-4497-8049-252233225952}" dt="2026-03-10T16:46:21.022" v="828"/>
          <ac:picMkLst>
            <pc:docMk/>
            <pc:sldMk cId="3502854807" sldId="364"/>
            <ac:picMk id="4" creationId="{660B0C84-766E-9000-F3FA-C0B5201CC86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415439-CAF6-4797-8412-FD3D48B1BCEC}" type="datetimeFigureOut">
              <a:rPr lang="en-IN" smtClean="0"/>
              <a:t>10-03-2026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8401E3-765F-4688-8E2B-87082B4BA715}"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Click to edit Master title style</a:t>
            </a:r>
          </a:p>
        </p:txBody>
      </p:sp>
      <p:sp>
        <p:nvSpPr>
          <p:cNvPr id="3" name="Subtitle 2"/>
          <p:cNvSpPr>
            <a:spLocks noGrp="1"/>
          </p:cNvSpPr>
          <p:nvPr>
            <p:ph type="subTitle" idx="1"/>
          </p:nvPr>
        </p:nvSpPr>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2"/>
          </p:nvPr>
        </p:nvSpPr>
        <p:spPr/>
        <p:txBody>
          <a:bodyPr/>
          <a:lstStyle/>
          <a:p>
            <a:fld id="{29E2E6E0-8CBD-4E2E-AEB2-34EF98D42BEE}" type="datetimeFigureOut">
              <a:rPr lang="en-US" smtClean="0"/>
              <a:t>3/10/2026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0CB3522A-CAD1-40A9-9B9E-151FA8A8E2CD}" type="datetimeFigureOut">
              <a:rPr lang="en-US" smtClean="0"/>
              <a:t>3/10/2026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r>
              <a:rPr lang="en-US"/>
              <a:t>Click to edit Master text styles</a:t>
            </a:r>
          </a:p>
        </p:txBody>
      </p:sp>
      <p:sp>
        <p:nvSpPr>
          <p:cNvPr id="4" name="Date Placeholder 3"/>
          <p:cNvSpPr>
            <a:spLocks noGrp="1"/>
          </p:cNvSpPr>
          <p:nvPr>
            <p:ph type="dt" sz="half" idx="2"/>
          </p:nvPr>
        </p:nvSpPr>
        <p:spPr/>
        <p:txBody>
          <a:bodyPr/>
          <a:lstStyle/>
          <a:p>
            <a:fld id="{4A81174A-645B-47C3-A858-67E9255C6B58}" type="datetimeFigureOut">
              <a:rPr lang="en-US" smtClean="0"/>
              <a:t>3/10/2026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3"/>
          </p:nvPr>
        </p:nvSpPr>
        <p:spPr/>
        <p:txBody>
          <a:bodyPr/>
          <a:lstStyle/>
          <a:p>
            <a:fld id="{A52FF3DA-CFCD-4231-A726-A5CDC2597C81}" type="datetimeFigureOut">
              <a:rPr lang="en-US" smtClean="0"/>
              <a:t>3/10/2026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4" name="Content Placeholder 3"/>
          <p:cNvSpPr>
            <a:spLocks noGrp="1"/>
          </p:cNvSpPr>
          <p:nvPr>
            <p:ph sz="half" idx="2"/>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r>
              <a:rPr lang="en-US"/>
              <a:t>Click to edit Master text styles</a:t>
            </a:r>
          </a:p>
        </p:txBody>
      </p:sp>
      <p:sp>
        <p:nvSpPr>
          <p:cNvPr id="6" name="Content Placeholder 5"/>
          <p:cNvSpPr>
            <a:spLocks noGrp="1"/>
          </p:cNvSpPr>
          <p:nvPr>
            <p:ph sz="quarter" idx="4"/>
          </p:nvPr>
        </p:nvSpPr>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5"/>
          </p:nvPr>
        </p:nvSpPr>
        <p:spPr/>
        <p:txBody>
          <a:bodyPr/>
          <a:lstStyle/>
          <a:p>
            <a:fld id="{9F452C2C-4D21-4FEC-BA19-08A481190342}" type="datetimeFigureOut">
              <a:rPr lang="en-US" smtClean="0"/>
              <a:t>3/10/2026</a:t>
            </a:fld>
            <a:endParaRPr lang="en-US"/>
          </a:p>
        </p:txBody>
      </p:sp>
      <p:sp>
        <p:nvSpPr>
          <p:cNvPr id="8" name="Footer Placeholder 7"/>
          <p:cNvSpPr>
            <a:spLocks noGrp="1"/>
          </p:cNvSpPr>
          <p:nvPr>
            <p:ph type="ftr" sz="quarter" idx="6"/>
          </p:nvPr>
        </p:nvSpPr>
        <p:spPr/>
        <p:txBody>
          <a:bodyPr/>
          <a:lstStyle/>
          <a:p>
            <a:endParaRPr lang="en-US"/>
          </a:p>
        </p:txBody>
      </p:sp>
      <p:sp>
        <p:nvSpPr>
          <p:cNvPr id="9" name="Slide Number Placeholder 8"/>
          <p:cNvSpPr>
            <a:spLocks noGrp="1"/>
          </p:cNvSpPr>
          <p:nvPr>
            <p:ph type="sldNum" sz="quarter" idx="7"/>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
          </p:nvPr>
        </p:nvSpPr>
        <p:spPr/>
        <p:txBody>
          <a:bodyPr/>
          <a:lstStyle/>
          <a:p>
            <a:fld id="{264144E9-2FC7-4AC0-8DC3-E6C6C39B8C97}" type="datetimeFigureOut">
              <a:rPr lang="en-US" smtClean="0"/>
              <a:t>3/10/2026</a:t>
            </a:fld>
            <a:endParaRPr lang="en-US"/>
          </a:p>
        </p:txBody>
      </p:sp>
      <p:sp>
        <p:nvSpPr>
          <p:cNvPr id="4" name="Footer Placeholder 3"/>
          <p:cNvSpPr>
            <a:spLocks noGrp="1"/>
          </p:cNvSpPr>
          <p:nvPr>
            <p:ph type="ftr" sz="quarter" idx="2"/>
          </p:nvPr>
        </p:nvSpPr>
        <p:spPr/>
        <p:txBody>
          <a:bodyPr/>
          <a:lstStyle/>
          <a:p>
            <a:endParaRPr lang="en-US"/>
          </a:p>
        </p:txBody>
      </p:sp>
      <p:sp>
        <p:nvSpPr>
          <p:cNvPr id="5" name="Slide Number Placeholder 4"/>
          <p:cNvSpPr>
            <a:spLocks noGrp="1"/>
          </p:cNvSpPr>
          <p:nvPr>
            <p:ph type="sldNum" sz="quarter" idx="3"/>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20140300-0EF6-439A-9C0A-D95961BDC082}" type="datetimeFigureOut">
              <a:rPr lang="en-US" smtClean="0"/>
              <a:t>3/10/2026</a:t>
            </a:fld>
            <a:endParaRPr lang="en-US"/>
          </a:p>
        </p:txBody>
      </p:sp>
      <p:sp>
        <p:nvSpPr>
          <p:cNvPr id="3" name="Footer Placeholder 2"/>
          <p:cNvSpPr>
            <a:spLocks noGrp="1"/>
          </p:cNvSpPr>
          <p:nvPr>
            <p:ph type="ftr" sz="quarter" idx="1"/>
          </p:nvPr>
        </p:nvSpPr>
        <p:spPr/>
        <p:txBody>
          <a:bodyPr/>
          <a:lstStyle/>
          <a:p>
            <a:endParaRPr lang="en-US"/>
          </a:p>
        </p:txBody>
      </p:sp>
      <p:sp>
        <p:nvSpPr>
          <p:cNvPr id="4" name="Slide Number Placeholder 3"/>
          <p:cNvSpPr>
            <a:spLocks noGrp="1"/>
          </p:cNvSpPr>
          <p:nvPr>
            <p:ph type="sldNum" sz="quarter" idx="2"/>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96406D3B-A343-44C4-A7F8-02D15B4AD67C}" type="datetimeFigureOut">
              <a:rPr lang="en-US" smtClean="0"/>
              <a:t>3/10/2026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r>
              <a:rPr lang="en-US"/>
              <a:t>Click to edit Master text styles</a:t>
            </a:r>
          </a:p>
        </p:txBody>
      </p:sp>
      <p:sp>
        <p:nvSpPr>
          <p:cNvPr id="5" name="Date Placeholder 4"/>
          <p:cNvSpPr>
            <a:spLocks noGrp="1"/>
          </p:cNvSpPr>
          <p:nvPr>
            <p:ph type="dt" sz="half" idx="3"/>
          </p:nvPr>
        </p:nvSpPr>
        <p:spPr/>
        <p:txBody>
          <a:bodyPr/>
          <a:lstStyle/>
          <a:p>
            <a:fld id="{0731DB5B-9BEF-4160-9C38-FF68E46A17EC}" type="datetimeFigureOut">
              <a:rPr lang="en-US" smtClean="0"/>
              <a:t>3/10/2026</a:t>
            </a:fld>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C0697B99-72A8-43CE-A945-5A9235821CF8}" type="datetimeFigureOut">
              <a:rPr lang="en-US" smtClean="0"/>
              <a:t>3/10/2026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p:txBody>
          <a:bodyPr vert="eaVert"/>
          <a:lstStyle/>
          <a:p>
            <a:r>
              <a:rPr lang="en-US"/>
              <a:t>Click to edit Master title style</a:t>
            </a:r>
          </a:p>
        </p:txBody>
      </p:sp>
      <p:sp>
        <p:nvSpPr>
          <p:cNvPr id="3" name="Vertical Text Placeholder 2"/>
          <p:cNvSpPr>
            <a:spLocks noGrp="1"/>
          </p:cNvSpPr>
          <p:nvPr>
            <p:ph type="body" orient="vert" idx="1"/>
          </p:nvPr>
        </p:nvSpPr>
        <p:spPr/>
        <p:txBody>
          <a:bodyPr vert="eaVert"/>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p:txBody>
          <a:bodyPr/>
          <a:lstStyle/>
          <a:p>
            <a:fld id="{1673FD67-9FE6-4B91-B1E2-44581B23DE5F}" type="datetimeFigureOut">
              <a:rPr lang="en-US" smtClean="0"/>
              <a:t>3/10/2026</a:t>
            </a:fld>
            <a:endParaRPr lang="en-US"/>
          </a:p>
        </p:txBody>
      </p:sp>
      <p:sp>
        <p:nvSpPr>
          <p:cNvPr id="5" name="Footer Placeholder 4"/>
          <p:cNvSpPr>
            <a:spLocks noGrp="1"/>
          </p:cNvSpPr>
          <p:nvPr>
            <p:ph type="ftr" sz="quarter" idx="3"/>
          </p:nvPr>
        </p:nvSpPr>
        <p:spPr/>
        <p:txBody>
          <a:bodyPr/>
          <a:lstStyle/>
          <a:p>
            <a:endParaRPr lang="en-US"/>
          </a:p>
        </p:txBody>
      </p:sp>
      <p:sp>
        <p:nvSpPr>
          <p:cNvPr id="6" name="Slide Number Placeholder 5"/>
          <p:cNvSpPr>
            <a:spLocks noGrp="1"/>
          </p:cNvSpPr>
          <p:nvPr>
            <p:ph type="sldNum" sz="quarter" idx="4"/>
          </p:nvPr>
        </p:nvSpPr>
        <p:spPr/>
        <p:txBody>
          <a:bodyPr/>
          <a:lstStyle/>
          <a:p>
            <a:fld id="{93AE1883-0942-4AA3-9DB2-9C7C3A0314B1}" type="slidenum">
              <a:rPr lang="en-US" smtClean="0"/>
              <a:t>‹#›</a:t>
            </a:fld>
            <a:endParaRPr lang="en-US"/>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700B27-DE4C-4B9E-BB11-B9027034A00F}"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7396982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32474790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1885482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0579036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6064494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8476718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0390136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7852203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1527302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65689914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5501615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2259857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6534620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3914220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57731093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6640197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700B27-DE4C-4B9E-BB11-B9027034A00F}"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38282183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C51FCE-E4BB-4680-8E50-3C0E348D2609}"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61272625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AAA073D-A903-47F8-8D16-77642FB0DF1F}"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7042382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B91FA40-626B-4CA1-85D0-7A9016E395BA}"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34293005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3F425EA-B9DC-48A7-991E-9A82573B1B21}" type="datetimeFigureOut">
              <a:rPr lang="en-US" smtClean="0"/>
              <a:t>3/10/2026</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0785951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6CB97F8-6CEB-469B-AFCC-889F2A2B1D5A}" type="datetimeFigureOut">
              <a:rPr lang="en-US" smtClean="0"/>
              <a:t>3/10/2026</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5" name="Slide Number Placeholder 4"/>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1243205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FA9179F-009E-4FA5-B091-7EBB82A185BD}" type="datetimeFigureOut">
              <a:rPr lang="en-US" smtClean="0"/>
              <a:t>3/10/2026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4" name="Slide Number Placeholder 3"/>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3425842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665CEB-0076-4E37-B880-BCEA9784DE0A}"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12314515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6149E5E-3896-4118-99A7-7B85668F1C5E}"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8502234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408561714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E0D914D-B099-4142-A885-11F276715148}"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381945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2483145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582938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E0D914D-B099-4142-A885-11F276715148}" type="datetimeFigureOut">
              <a:rPr lang="en-US" smtClean="0"/>
              <a:t>3/10/2026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4871683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0DBE609-F3F2-45E6-BD6A-E03A8C86C1A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28691299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A24AD68-089C-4467-A8F3-EA2BBCA6B44E}" type="datetimeFigureOut">
              <a:rPr lang="en-US" smtClean="0"/>
              <a:t>3/10/2026</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IN"/>
          </a:p>
        </p:txBody>
      </p:sp>
      <p:sp>
        <p:nvSpPr>
          <p:cNvPr id="6" name="Slide Number Placeholder 5"/>
          <p:cNvSpPr>
            <a:spLocks noGrp="1"/>
          </p:cNvSpPr>
          <p:nvPr>
            <p:ph type="sldNum" sz="quarter" idx="12"/>
          </p:nvPr>
        </p:nvSpPr>
        <p:spPr/>
        <p:txBody>
          <a:bodyPr/>
          <a:lstStyle/>
          <a:p>
            <a:fld id="{D57F1E4F-1CFF-5643-939E-217C01CDF565}" type="slidenum">
              <a:rPr lang="en-US" smtClean="0"/>
              <a:t>‹#›</a:t>
            </a:fld>
            <a:endParaRPr lang="en-US"/>
          </a:p>
        </p:txBody>
      </p:sp>
    </p:spTree>
    <p:extLst>
      <p:ext uri="{BB962C8B-B14F-4D97-AF65-F5344CB8AC3E}">
        <p14:creationId xmlns:p14="http://schemas.microsoft.com/office/powerpoint/2010/main" val="300015640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cSld name="1_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74D01B4-0AA5-45E6-B2E6-5FA4078AEBCF}" type="datetimeFigureOut">
              <a:rPr lang="en-US"/>
              <a:t>3/10/2026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t>‹#›</a:t>
            </a:fld>
            <a:endParaRPr lang="en-US"/>
          </a:p>
        </p:txBody>
      </p:sp>
    </p:spTree>
    <p:extLst>
      <p:ext uri="{BB962C8B-B14F-4D97-AF65-F5344CB8AC3E}">
        <p14:creationId xmlns:p14="http://schemas.microsoft.com/office/powerpoint/2010/main" val="277765895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theme" Target="../theme/theme2.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slideLayout" Target="../slideLayouts/slideLayout40.xml"/><Relationship Id="rId18" Type="http://schemas.openxmlformats.org/officeDocument/2006/relationships/theme" Target="../theme/theme3.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slideLayout" Target="../slideLayouts/slideLayout39.xml"/><Relationship Id="rId17" Type="http://schemas.openxmlformats.org/officeDocument/2006/relationships/slideLayout" Target="../slideLayouts/slideLayout44.xml"/><Relationship Id="rId2" Type="http://schemas.openxmlformats.org/officeDocument/2006/relationships/slideLayout" Target="../slideLayouts/slideLayout29.xml"/><Relationship Id="rId16" Type="http://schemas.openxmlformats.org/officeDocument/2006/relationships/slideLayout" Target="../slideLayouts/slideLayout43.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5" Type="http://schemas.openxmlformats.org/officeDocument/2006/relationships/slideLayout" Target="../slideLayouts/slideLayout4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 Id="rId14"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FD0B7A-F5DD-4F40-B4CB-3B2C354B893A}" type="datetimeFigureOut">
              <a:rPr lang="en-US" smtClean="0"/>
              <a:t>3/10/2026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AE1883-0942-4AA3-9DB2-9C7C3A0314B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FD0B7A-F5DD-4F40-B4CB-3B2C354B893A}" type="datetimeFigureOut">
              <a:rPr lang="en-US" smtClean="0"/>
              <a:t>3/10/2026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3AE1883-0942-4AA3-9DB2-9C7C3A0314B1}" type="slidenum">
              <a:rPr lang="en-US" smtClean="0"/>
              <a:t>‹#›</a:t>
            </a:fld>
            <a:endParaRPr lang="en-US"/>
          </a:p>
        </p:txBody>
      </p:sp>
    </p:spTree>
    <p:extLst>
      <p:ext uri="{BB962C8B-B14F-4D97-AF65-F5344CB8AC3E}">
        <p14:creationId xmlns:p14="http://schemas.microsoft.com/office/powerpoint/2010/main" val="248511969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IN"/>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IN"/>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IN"/>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IN"/>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IN"/>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IN"/>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IN"/>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IN"/>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IN"/>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IN"/>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IN"/>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IN"/>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IN"/>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IN"/>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IN"/>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IN"/>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IN"/>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IN"/>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IN"/>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IN"/>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IN"/>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IN"/>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IN"/>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IN"/>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E8FD0B7A-F5DD-4F40-B4CB-3B2C354B893A}" type="datetimeFigureOut">
              <a:rPr lang="en-US" smtClean="0"/>
              <a:t>3/10/2026</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93AE1883-0942-4AA3-9DB2-9C7C3A0314B1}" type="slidenum">
              <a:rPr lang="en-US" smtClean="0"/>
              <a:t>‹#›</a:t>
            </a:fld>
            <a:endParaRPr lang="en-US"/>
          </a:p>
        </p:txBody>
      </p:sp>
    </p:spTree>
    <p:extLst>
      <p:ext uri="{BB962C8B-B14F-4D97-AF65-F5344CB8AC3E}">
        <p14:creationId xmlns:p14="http://schemas.microsoft.com/office/powerpoint/2010/main" val="401743352"/>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Layout" Target="../slideLayouts/slideLayout29.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29.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9.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179929" y="498544"/>
            <a:ext cx="7680810" cy="530942"/>
          </a:xfrm>
        </p:spPr>
        <p:txBody>
          <a:bodyPr/>
          <a:lstStyle/>
          <a:p>
            <a:r>
              <a:rPr lang="en-IN" sz="2400" b="1" dirty="0"/>
              <a:t>ASHOKA WOMEN’S ENGINEERING COLLEGE                  </a:t>
            </a:r>
          </a:p>
        </p:txBody>
      </p:sp>
      <p:sp>
        <p:nvSpPr>
          <p:cNvPr id="3" name="Subtitle 2"/>
          <p:cNvSpPr>
            <a:spLocks noGrp="1"/>
          </p:cNvSpPr>
          <p:nvPr>
            <p:ph type="subTitle" idx="1"/>
          </p:nvPr>
        </p:nvSpPr>
        <p:spPr>
          <a:xfrm>
            <a:off x="2658483" y="1641574"/>
            <a:ext cx="8603225" cy="4717882"/>
          </a:xfrm>
        </p:spPr>
        <p:txBody>
          <a:bodyPr>
            <a:normAutofit/>
          </a:bodyPr>
          <a:lstStyle/>
          <a:p>
            <a:r>
              <a:rPr lang="en-IN" dirty="0">
                <a:solidFill>
                  <a:srgbClr val="FF0000"/>
                </a:solidFill>
              </a:rPr>
              <a:t>                </a:t>
            </a:r>
            <a:r>
              <a:rPr lang="en-IN" b="1" dirty="0"/>
              <a:t>“AI-based Nutrition Recommendation System”</a:t>
            </a:r>
          </a:p>
          <a:p>
            <a:endParaRPr lang="en-IN" b="1" dirty="0">
              <a:solidFill>
                <a:srgbClr val="FF0000"/>
              </a:solidFill>
            </a:endParaRPr>
          </a:p>
          <a:p>
            <a:endParaRPr lang="en-IN" b="1" dirty="0"/>
          </a:p>
          <a:p>
            <a:r>
              <a:rPr lang="en-IN" sz="1400" b="1" dirty="0"/>
              <a:t>By:</a:t>
            </a:r>
          </a:p>
          <a:p>
            <a:r>
              <a:rPr lang="en-IN" sz="1400" b="1" dirty="0"/>
              <a:t>A.Bhavya                               222t1a0502                    </a:t>
            </a:r>
            <a:endParaRPr lang="en-IN" sz="1600" b="1" u="sng" dirty="0"/>
          </a:p>
          <a:p>
            <a:r>
              <a:rPr lang="en-IN" sz="1400" b="1" dirty="0"/>
              <a:t>J.Vaishnavi                            222t1a0565                 </a:t>
            </a:r>
          </a:p>
          <a:p>
            <a:r>
              <a:rPr lang="en-IN" sz="1400" b="1" dirty="0"/>
              <a:t>B.Deepthi                               222t1a0520</a:t>
            </a:r>
          </a:p>
          <a:p>
            <a:r>
              <a:rPr lang="en-IN" sz="1400" b="1" dirty="0"/>
              <a:t>E.Shirisha                                222t1a0542                  </a:t>
            </a:r>
            <a:endParaRPr lang="en-IN" sz="1000" b="1" dirty="0"/>
          </a:p>
          <a:p>
            <a:endParaRPr lang="en-IN" sz="1400" b="1" dirty="0"/>
          </a:p>
          <a:p>
            <a:endParaRPr lang="en-IN" sz="1400" b="1" dirty="0"/>
          </a:p>
          <a:p>
            <a:r>
              <a:rPr lang="en-IN" sz="1400" b="1" dirty="0"/>
              <a:t>                                                                          </a:t>
            </a:r>
          </a:p>
          <a:p>
            <a:r>
              <a:rPr lang="en-IN" sz="1400" b="1" dirty="0"/>
              <a:t>                                                                                                            </a:t>
            </a:r>
          </a:p>
          <a:p>
            <a:r>
              <a:rPr lang="en-IN" sz="1400" b="1" dirty="0"/>
              <a:t>                                                                                                                                                         DEPT CSE</a:t>
            </a:r>
          </a:p>
        </p:txBody>
      </p:sp>
      <p:sp>
        <p:nvSpPr>
          <p:cNvPr id="6" name="TextBox 5"/>
          <p:cNvSpPr txBox="1"/>
          <p:nvPr/>
        </p:nvSpPr>
        <p:spPr>
          <a:xfrm>
            <a:off x="6960096" y="4293096"/>
            <a:ext cx="4474984" cy="92333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b="1" u="sng" dirty="0">
                <a:solidFill>
                  <a:schemeClr val="accent1"/>
                </a:solidFill>
              </a:rPr>
              <a:t>Project Guide:</a:t>
            </a:r>
          </a:p>
          <a:p>
            <a:r>
              <a:rPr lang="en-IN" b="1" dirty="0">
                <a:solidFill>
                  <a:schemeClr val="accent1"/>
                </a:solidFill>
              </a:rPr>
              <a:t>Dr.T.Sreelatha </a:t>
            </a:r>
            <a:r>
              <a:rPr lang="en-US" altLang="en-US" sz="1000" b="1" dirty="0">
                <a:solidFill>
                  <a:schemeClr val="accent1"/>
                </a:solidFill>
              </a:rPr>
              <a:t>MCA,M.Phil,M. Tech, PhD</a:t>
            </a:r>
            <a:r>
              <a:rPr lang="en-IN" sz="1000" b="1" dirty="0">
                <a:solidFill>
                  <a:schemeClr val="accent1"/>
                </a:solidFill>
              </a:rPr>
              <a:t> </a:t>
            </a:r>
          </a:p>
          <a:p>
            <a:r>
              <a:rPr lang="en-IN" b="1" dirty="0">
                <a:solidFill>
                  <a:schemeClr val="accent1"/>
                </a:solidFill>
              </a:rPr>
              <a:t>Associate Professor</a:t>
            </a:r>
          </a:p>
        </p:txBody>
      </p:sp>
      <p:pic>
        <p:nvPicPr>
          <p:cNvPr id="8" name="Picture 7">
            <a:extLst>
              <a:ext uri="{FF2B5EF4-FFF2-40B4-BE49-F238E27FC236}">
                <a16:creationId xmlns:a16="http://schemas.microsoft.com/office/drawing/2014/main" id="{5D061D26-D4C7-F271-3B71-43B46FE2E8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360" y="-265589"/>
            <a:ext cx="2480288" cy="212400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46232" y="2389379"/>
            <a:ext cx="7978236" cy="686719"/>
          </a:xfrm>
        </p:spPr>
        <p:txBody>
          <a:bodyPr/>
          <a:lstStyle/>
          <a:p>
            <a:r>
              <a:rPr lang="en-IN" sz="2400" b="1" dirty="0">
                <a:solidFill>
                  <a:schemeClr val="accent1">
                    <a:lumMod val="75000"/>
                  </a:schemeClr>
                </a:solidFill>
                <a:effectLst>
                  <a:outerShdw blurRad="38100" dist="38100" dir="2700000" algn="tl">
                    <a:srgbClr val="000000">
                      <a:alpha val="43137"/>
                    </a:srgbClr>
                  </a:outerShdw>
                </a:effectLst>
              </a:rPr>
              <a:t>       </a:t>
            </a:r>
          </a:p>
        </p:txBody>
      </p:sp>
      <p:pic>
        <p:nvPicPr>
          <p:cNvPr id="14" name="Content Placeholder 13">
            <a:extLst>
              <a:ext uri="{FF2B5EF4-FFF2-40B4-BE49-F238E27FC236}">
                <a16:creationId xmlns:a16="http://schemas.microsoft.com/office/drawing/2014/main" id="{B70FB379-CC28-D9DD-D679-48F4C3BD493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bwMode="auto">
          <a:xfrm>
            <a:off x="3688469" y="2133600"/>
            <a:ext cx="6716888" cy="3778250"/>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3A4B7FB8-DAFD-FB4F-187F-A74A101BC64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
        <p:nvSpPr>
          <p:cNvPr id="6" name="TextBox 5">
            <a:extLst>
              <a:ext uri="{FF2B5EF4-FFF2-40B4-BE49-F238E27FC236}">
                <a16:creationId xmlns:a16="http://schemas.microsoft.com/office/drawing/2014/main" id="{EA41488F-4FC7-D90B-8536-EE20B654AA2F}"/>
              </a:ext>
            </a:extLst>
          </p:cNvPr>
          <p:cNvSpPr txBox="1"/>
          <p:nvPr/>
        </p:nvSpPr>
        <p:spPr>
          <a:xfrm>
            <a:off x="3688469" y="363724"/>
            <a:ext cx="6093618" cy="553998"/>
          </a:xfrm>
          <a:prstGeom prst="rect">
            <a:avLst/>
          </a:prstGeom>
          <a:noFill/>
        </p:spPr>
        <p:txBody>
          <a:bodyPr wrap="square">
            <a:spAutoFit/>
          </a:bodyPr>
          <a:lstStyle/>
          <a:p>
            <a:r>
              <a:rPr lang="en-IN" sz="2000" b="1" dirty="0">
                <a:solidFill>
                  <a:srgbClr val="C00000"/>
                </a:solidFill>
              </a:rPr>
              <a:t>“AI-based Nutrition Recommendation System</a:t>
            </a:r>
            <a:r>
              <a:rPr lang="en-IN" sz="3000" b="1" dirty="0">
                <a:solidFill>
                  <a:srgbClr val="C00000"/>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3" y="589936"/>
            <a:ext cx="8761413" cy="1396180"/>
          </a:xfrm>
        </p:spPr>
        <p:txBody>
          <a:bodyPr/>
          <a:lstStyle/>
          <a:p>
            <a:r>
              <a:rPr lang="en-IN" b="1" dirty="0">
                <a:solidFill>
                  <a:schemeClr val="accent1">
                    <a:lumMod val="75000"/>
                  </a:schemeClr>
                </a:solidFill>
              </a:rPr>
              <a:t>                          OUTLINES</a:t>
            </a:r>
          </a:p>
        </p:txBody>
      </p:sp>
      <p:sp>
        <p:nvSpPr>
          <p:cNvPr id="3" name="Content Placeholder 2"/>
          <p:cNvSpPr>
            <a:spLocks noGrp="1"/>
          </p:cNvSpPr>
          <p:nvPr>
            <p:ph idx="1"/>
          </p:nvPr>
        </p:nvSpPr>
        <p:spPr>
          <a:xfrm>
            <a:off x="2656260" y="1736581"/>
            <a:ext cx="9535740" cy="5184576"/>
          </a:xfrm>
        </p:spPr>
        <p:txBody>
          <a:bodyPr>
            <a:noAutofit/>
          </a:bodyPr>
          <a:lstStyle/>
          <a:p>
            <a:pPr>
              <a:lnSpc>
                <a:spcPct val="150000"/>
              </a:lnSpc>
              <a:buFont typeface="Wingdings" panose="05000000000000000000" pitchFamily="2" charset="2"/>
              <a:buChar char="Ø"/>
            </a:pPr>
            <a:r>
              <a:rPr lang="en-IN" sz="800" dirty="0">
                <a:latin typeface="Arial" panose="020B0604020202020204" pitchFamily="34" charset="0"/>
                <a:cs typeface="Arial" panose="020B0604020202020204" pitchFamily="34" charset="0"/>
              </a:rPr>
              <a:t> </a:t>
            </a:r>
            <a:r>
              <a:rPr lang="en-IN" sz="800" dirty="0">
                <a:solidFill>
                  <a:schemeClr val="tx1"/>
                </a:solidFill>
                <a:latin typeface="Arial" panose="020B0604020202020204" pitchFamily="34" charset="0"/>
                <a:cs typeface="Arial" panose="020B0604020202020204" pitchFamily="34" charset="0"/>
              </a:rPr>
              <a:t>ABSTRACT</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sym typeface="+mn-ea"/>
              </a:rPr>
              <a:t> INTRODUCTION</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sym typeface="+mn-ea"/>
              </a:rPr>
              <a:t> PROBLEM STATEMENT</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sym typeface="+mn-ea"/>
              </a:rPr>
              <a:t> OBJECTIVE</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EXISTING SYSTEM</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DISADVANTAGES OF EXISTING SYSTEM</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PROPOSED SYSTEM</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ADVANTAGES OF PROPOSED SYSTEM</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SYSTEM REQUIREMENTS(HARDWARE &amp; SOFTWARE REQUIREMENTS)</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ALGORITHMS USED</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METHODOLOGY</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WORKING OF THE PROJECT(INTRODUCTION,CODE,RESULT)</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CONCLUSION</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FUTURE SCOPE</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APPLICATIONS</a:t>
            </a:r>
          </a:p>
          <a:p>
            <a:pPr>
              <a:lnSpc>
                <a:spcPct val="150000"/>
              </a:lnSpc>
              <a:buFont typeface="Wingdings" panose="05000000000000000000" pitchFamily="2" charset="2"/>
              <a:buChar char="Ø"/>
            </a:pPr>
            <a:r>
              <a:rPr lang="en-IN" sz="800" dirty="0">
                <a:solidFill>
                  <a:schemeClr val="tx1"/>
                </a:solidFill>
                <a:latin typeface="Arial" panose="020B0604020202020204" pitchFamily="34" charset="0"/>
                <a:cs typeface="Arial" panose="020B0604020202020204" pitchFamily="34" charset="0"/>
              </a:rPr>
              <a:t> REFERENCE</a:t>
            </a:r>
          </a:p>
        </p:txBody>
      </p:sp>
      <p:pic>
        <p:nvPicPr>
          <p:cNvPr id="4" name="Picture 3">
            <a:extLst>
              <a:ext uri="{FF2B5EF4-FFF2-40B4-BE49-F238E27FC236}">
                <a16:creationId xmlns:a16="http://schemas.microsoft.com/office/drawing/2014/main" id="{5110A0E5-A1BC-1293-D367-8D0521EDF2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43472" y="0"/>
            <a:ext cx="2219674" cy="190082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b="1" dirty="0">
                <a:solidFill>
                  <a:schemeClr val="accent1">
                    <a:lumMod val="75000"/>
                  </a:schemeClr>
                </a:solidFill>
                <a:latin typeface="Times New Roman" panose="02020603050405020304" pitchFamily="18" charset="0"/>
                <a:cs typeface="Times New Roman" panose="02020603050405020304" pitchFamily="18" charset="0"/>
              </a:rPr>
              <a:t>ABSTRACT</a:t>
            </a:r>
          </a:p>
        </p:txBody>
      </p:sp>
      <p:sp>
        <p:nvSpPr>
          <p:cNvPr id="3" name="Content Placeholder 2"/>
          <p:cNvSpPr>
            <a:spLocks noGrp="1"/>
          </p:cNvSpPr>
          <p:nvPr>
            <p:ph idx="1"/>
          </p:nvPr>
        </p:nvSpPr>
        <p:spPr>
          <a:xfrm>
            <a:off x="2728288" y="2060848"/>
            <a:ext cx="8640960" cy="4918270"/>
          </a:xfrm>
        </p:spPr>
        <p:txBody>
          <a:bodyPr/>
          <a:lstStyle/>
          <a:p>
            <a:r>
              <a:rPr lang="en-US" dirty="0"/>
              <a:t>The AI-Based Nutrition Recommendation System is developed to help people choose healthy food based on their personal health information. Many people follow general diet plans that may not be suitable for their body.</a:t>
            </a:r>
          </a:p>
          <a:p>
            <a:r>
              <a:rPr lang="en-US" dirty="0"/>
              <a:t>This system uses Artificial Intelligence (AI) and Machine Learning to analyze user details such as age, height, weight, BMI, lifestyle habits, and health conditions. Based on this information, the system recommends a suitable diet plan for each user.</a:t>
            </a:r>
          </a:p>
          <a:p>
            <a:r>
              <a:rPr lang="en-US" dirty="0"/>
              <a:t>The main goal of this system is to provide personalized nutrition suggestions that help users maintain a balanced diet and improve their health. The system can also update recommendations when user information changes. This makes the system smarter and more helpful than traditional diet planning methods.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879CB43-8AC3-E822-C83A-08F55C873A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b="1" dirty="0">
                <a:solidFill>
                  <a:schemeClr val="accent1">
                    <a:lumMod val="75000"/>
                  </a:schemeClr>
                </a:solidFill>
                <a:latin typeface="Times New Roman" panose="02020603050405020304" pitchFamily="18" charset="0"/>
                <a:cs typeface="Times New Roman" panose="02020603050405020304" pitchFamily="18" charset="0"/>
              </a:rPr>
              <a:t>INTRODUCTION</a:t>
            </a:r>
          </a:p>
        </p:txBody>
      </p:sp>
      <p:sp>
        <p:nvSpPr>
          <p:cNvPr id="3" name="Content Placeholder 2"/>
          <p:cNvSpPr>
            <a:spLocks noGrp="1"/>
          </p:cNvSpPr>
          <p:nvPr>
            <p:ph idx="1"/>
          </p:nvPr>
        </p:nvSpPr>
        <p:spPr>
          <a:xfrm>
            <a:off x="2473590" y="2204864"/>
            <a:ext cx="9338970" cy="4866663"/>
          </a:xfrm>
        </p:spPr>
        <p:txBody>
          <a:bodyPr>
            <a:normAutofit/>
          </a:bodyPr>
          <a:lstStyle/>
          <a:p>
            <a:endParaRPr lang="en-US" dirty="0"/>
          </a:p>
          <a:p>
            <a:r>
              <a:rPr lang="en-US" dirty="0"/>
              <a:t>Nutrition is the process of consuming food that provides essential nutrients required for the body to function properly and maintain good health. </a:t>
            </a:r>
          </a:p>
          <a:p>
            <a:r>
              <a:rPr lang="en-US" dirty="0"/>
              <a:t>Nowadays, many people want to live a healthy life, but they do not know what food is best for their body. Different people need different types of food depending on their age, weight, health condition, and lifestyle.</a:t>
            </a:r>
          </a:p>
          <a:p>
            <a:r>
              <a:rPr lang="en-US" dirty="0"/>
              <a:t>This project, AI-Based Nutrition Recommendation System, uses Artificial Intelligence (AI) to help people choose the right food. The system studies user health information and suggests a suitable diet plan. This helps users maintain a balanced diet and improve their health.</a:t>
            </a:r>
          </a:p>
          <a:p>
            <a:pPr marL="0" indent="0">
              <a:buNone/>
            </a:pPr>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3E6BD78-2D63-01FB-84B6-BE2F92C0C0E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FC92-F217-5E7E-42DD-F226827D4199}"/>
              </a:ext>
            </a:extLst>
          </p:cNvPr>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                  PROBLEM STATEMENT</a:t>
            </a:r>
            <a:endParaRPr lang="en-IN" dirty="0"/>
          </a:p>
        </p:txBody>
      </p:sp>
      <p:sp>
        <p:nvSpPr>
          <p:cNvPr id="3" name="Content Placeholder 2">
            <a:extLst>
              <a:ext uri="{FF2B5EF4-FFF2-40B4-BE49-F238E27FC236}">
                <a16:creationId xmlns:a16="http://schemas.microsoft.com/office/drawing/2014/main" id="{2124CE57-BF90-7082-C928-685F659FDACD}"/>
              </a:ext>
            </a:extLst>
          </p:cNvPr>
          <p:cNvSpPr>
            <a:spLocks noGrp="1"/>
          </p:cNvSpPr>
          <p:nvPr>
            <p:ph idx="1"/>
          </p:nvPr>
        </p:nvSpPr>
        <p:spPr/>
        <p:txBody>
          <a:bodyPr/>
          <a:lstStyle/>
          <a:p>
            <a:r>
              <a:rPr lang="en-US" dirty="0"/>
              <a:t>Traditional diet plans are usually the same for everyone. They do not consider individual health conditions. </a:t>
            </a:r>
          </a:p>
          <a:p>
            <a:r>
              <a:rPr lang="en-US" b="1" dirty="0"/>
              <a:t>For example</a:t>
            </a:r>
            <a:r>
              <a:rPr lang="en-US" dirty="0"/>
              <a:t>: </a:t>
            </a:r>
          </a:p>
          <a:p>
            <a:r>
              <a:rPr lang="en-US" dirty="0"/>
              <a:t>A diabetic person should avoid sugary food.  </a:t>
            </a:r>
          </a:p>
          <a:p>
            <a:r>
              <a:rPr lang="en-US" dirty="0"/>
              <a:t>A person who wants to lose weight needs a low-calorie diet. </a:t>
            </a:r>
          </a:p>
          <a:p>
            <a:r>
              <a:rPr lang="en-US" dirty="0"/>
              <a:t>A fitness person may need a high-protein diet.</a:t>
            </a:r>
          </a:p>
          <a:p>
            <a:r>
              <a:rPr lang="en-US" dirty="0"/>
              <a:t> Because traditional systems do not consider these factors, they may give incorrect or unhealthy suggestions.</a:t>
            </a:r>
            <a:endParaRPr lang="en-IN" dirty="0"/>
          </a:p>
        </p:txBody>
      </p:sp>
      <p:pic>
        <p:nvPicPr>
          <p:cNvPr id="4" name="Picture 3">
            <a:extLst>
              <a:ext uri="{FF2B5EF4-FFF2-40B4-BE49-F238E27FC236}">
                <a16:creationId xmlns:a16="http://schemas.microsoft.com/office/drawing/2014/main" id="{5D8973E4-1B0D-9E90-D2AC-4EB2B243A9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extLst>
      <p:ext uri="{BB962C8B-B14F-4D97-AF65-F5344CB8AC3E}">
        <p14:creationId xmlns:p14="http://schemas.microsoft.com/office/powerpoint/2010/main" val="18926344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73FCAF-6A68-C0BE-D4A0-A25CC9D645D8}"/>
              </a:ext>
            </a:extLst>
          </p:cNvPr>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                           OBJECTIVE</a:t>
            </a:r>
            <a:endParaRPr lang="en-IN" dirty="0"/>
          </a:p>
        </p:txBody>
      </p:sp>
      <p:sp>
        <p:nvSpPr>
          <p:cNvPr id="3" name="Content Placeholder 2">
            <a:extLst>
              <a:ext uri="{FF2B5EF4-FFF2-40B4-BE49-F238E27FC236}">
                <a16:creationId xmlns:a16="http://schemas.microsoft.com/office/drawing/2014/main" id="{56236179-78A8-25AB-DAF4-5BC72719D9A5}"/>
              </a:ext>
            </a:extLst>
          </p:cNvPr>
          <p:cNvSpPr>
            <a:spLocks noGrp="1"/>
          </p:cNvSpPr>
          <p:nvPr>
            <p:ph idx="1"/>
          </p:nvPr>
        </p:nvSpPr>
        <p:spPr>
          <a:xfrm>
            <a:off x="3359696" y="2492896"/>
            <a:ext cx="8915400" cy="3777622"/>
          </a:xfrm>
        </p:spPr>
        <p:txBody>
          <a:bodyPr/>
          <a:lstStyle/>
          <a:p>
            <a:r>
              <a:rPr lang="en-US" dirty="0"/>
              <a:t>The main objectives of this project are:</a:t>
            </a:r>
          </a:p>
          <a:p>
            <a:r>
              <a:rPr lang="en-US" dirty="0"/>
              <a:t>To develop an AI-based system for nutrition recommendation.</a:t>
            </a:r>
          </a:p>
          <a:p>
            <a:r>
              <a:rPr lang="en-US" dirty="0"/>
              <a:t>To analyze user health data such as age, BMI, and lifestyle.</a:t>
            </a:r>
          </a:p>
          <a:p>
            <a:r>
              <a:rPr lang="en-US" dirty="0"/>
              <a:t>To provide personalized diet suggestions.</a:t>
            </a:r>
          </a:p>
          <a:p>
            <a:r>
              <a:rPr lang="en-US" dirty="0"/>
              <a:t>To promote healthy eating habits.</a:t>
            </a:r>
          </a:p>
          <a:p>
            <a:r>
              <a:rPr lang="en-US" dirty="0"/>
              <a:t>To improve overall health through proper nutrition guidance.</a:t>
            </a:r>
          </a:p>
          <a:p>
            <a:endParaRPr lang="en-IN" dirty="0"/>
          </a:p>
        </p:txBody>
      </p:sp>
      <p:pic>
        <p:nvPicPr>
          <p:cNvPr id="4" name="Picture 3">
            <a:extLst>
              <a:ext uri="{FF2B5EF4-FFF2-40B4-BE49-F238E27FC236}">
                <a16:creationId xmlns:a16="http://schemas.microsoft.com/office/drawing/2014/main" id="{14273A6B-6D94-B1DA-529C-5F41691634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extLst>
      <p:ext uri="{BB962C8B-B14F-4D97-AF65-F5344CB8AC3E}">
        <p14:creationId xmlns:p14="http://schemas.microsoft.com/office/powerpoint/2010/main" val="3397662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                         EXISTING SYSTEM</a:t>
            </a:r>
          </a:p>
        </p:txBody>
      </p:sp>
      <p:sp>
        <p:nvSpPr>
          <p:cNvPr id="3" name="Content Placeholder 2"/>
          <p:cNvSpPr>
            <a:spLocks noGrp="1"/>
          </p:cNvSpPr>
          <p:nvPr>
            <p:ph idx="1"/>
          </p:nvPr>
        </p:nvSpPr>
        <p:spPr>
          <a:xfrm>
            <a:off x="2855640" y="2524937"/>
            <a:ext cx="9500246" cy="4152293"/>
          </a:xfrm>
        </p:spPr>
        <p:txBody>
          <a:bodyPr>
            <a:normAutofit/>
          </a:bodyPr>
          <a:lstStyle/>
          <a:p>
            <a:r>
              <a:rPr lang="en-US" dirty="0"/>
              <a:t>In the existing system, diet plans are mostly general diet charts or advice from books and websites.</a:t>
            </a:r>
          </a:p>
          <a:p>
            <a:r>
              <a:rPr lang="en-US" b="1" dirty="0"/>
              <a:t>Characteristics of existing systems:</a:t>
            </a:r>
          </a:p>
          <a:p>
            <a:r>
              <a:rPr lang="en-US" dirty="0"/>
              <a:t>Same diet plan for many people</a:t>
            </a:r>
          </a:p>
          <a:p>
            <a:r>
              <a:rPr lang="en-US" dirty="0"/>
              <a:t>No analysis of personal health data</a:t>
            </a:r>
          </a:p>
          <a:p>
            <a:r>
              <a:rPr lang="en-US" dirty="0"/>
              <a:t>Manual diet planning</a:t>
            </a:r>
          </a:p>
          <a:p>
            <a:r>
              <a:rPr lang="en-US" dirty="0"/>
              <a:t>No automatic updates</a:t>
            </a:r>
          </a:p>
          <a:p>
            <a:pPr marL="457200" lvl="1" indent="0">
              <a:buNone/>
            </a:pPr>
            <a:endParaRPr lang="en-US" dirty="0"/>
          </a:p>
        </p:txBody>
      </p:sp>
      <p:pic>
        <p:nvPicPr>
          <p:cNvPr id="4" name="Picture 3">
            <a:extLst>
              <a:ext uri="{FF2B5EF4-FFF2-40B4-BE49-F238E27FC236}">
                <a16:creationId xmlns:a16="http://schemas.microsoft.com/office/drawing/2014/main" id="{704D257A-5C71-39DD-071C-EAA5CC2354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58378" y="354122"/>
            <a:ext cx="8911687" cy="1280890"/>
          </a:xfrm>
        </p:spPr>
        <p:txBody>
          <a:bodyPr/>
          <a:lstStyle/>
          <a:p>
            <a:r>
              <a:rPr lang="en-IN" sz="3200" b="1" dirty="0">
                <a:solidFill>
                  <a:schemeClr val="accent1">
                    <a:lumMod val="75000"/>
                  </a:schemeClr>
                </a:solidFill>
                <a:latin typeface="Times New Roman" panose="02020603050405020304" pitchFamily="18" charset="0"/>
                <a:cs typeface="Times New Roman" panose="02020603050405020304" pitchFamily="18" charset="0"/>
              </a:rPr>
              <a:t>            DISADVANTAGES OF EXISTING  </a:t>
            </a:r>
            <a:br>
              <a:rPr lang="en-IN" sz="3200" b="1" dirty="0">
                <a:solidFill>
                  <a:schemeClr val="accent1">
                    <a:lumMod val="75000"/>
                  </a:schemeClr>
                </a:solidFill>
                <a:latin typeface="Times New Roman" panose="02020603050405020304" pitchFamily="18" charset="0"/>
                <a:cs typeface="Times New Roman" panose="02020603050405020304" pitchFamily="18" charset="0"/>
              </a:rPr>
            </a:br>
            <a:endParaRPr lang="en-IN" sz="3200" b="1" dirty="0">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2999656" y="1556792"/>
            <a:ext cx="10081120" cy="4443030"/>
          </a:xfrm>
        </p:spPr>
        <p:txBody>
          <a:bodyPr>
            <a:normAutofit/>
          </a:bodyPr>
          <a:lstStyle/>
          <a:p>
            <a:endParaRPr lang="en-US" altLang="en-US" sz="1700" kern="100" dirty="0">
              <a:effectLst/>
              <a:ea typeface="SimSun" panose="02010600030101010101" pitchFamily="2" charset="-122"/>
              <a:cs typeface="Times New Roman" panose="02020603050405020304" pitchFamily="18" charset="0"/>
            </a:endParaRPr>
          </a:p>
          <a:p>
            <a:endParaRPr lang="en-US" altLang="en-US" sz="1700" kern="100" dirty="0">
              <a:effectLst/>
              <a:ea typeface="SimSun" panose="02010600030101010101" pitchFamily="2" charset="-122"/>
              <a:cs typeface="Times New Roman" panose="02020603050405020304" pitchFamily="18" charset="0"/>
            </a:endParaRPr>
          </a:p>
          <a:p>
            <a:endParaRPr lang="en-IN" sz="1800" kern="100" dirty="0">
              <a:effectLst/>
              <a:latin typeface="Times New Roman" panose="02020603050405020304" pitchFamily="18" charset="0"/>
              <a:ea typeface="SimSun" panose="02010600030101010101" pitchFamily="2" charset="-122"/>
              <a:cs typeface="Times New Roman" panose="02020603050405020304" pitchFamily="18" charset="0"/>
            </a:endParaRPr>
          </a:p>
          <a:p>
            <a:r>
              <a:rPr lang="en-US" dirty="0"/>
              <a:t>The existing system has several problems:</a:t>
            </a:r>
          </a:p>
          <a:p>
            <a:r>
              <a:rPr lang="en-US" dirty="0"/>
              <a:t>It does not give personalized diet plans.</a:t>
            </a:r>
          </a:p>
          <a:p>
            <a:r>
              <a:rPr lang="en-US" dirty="0"/>
              <a:t>It cannot adjust when the user's health changes.</a:t>
            </a:r>
          </a:p>
          <a:p>
            <a:r>
              <a:rPr lang="en-US" dirty="0"/>
              <a:t>It may suggest foods that are not suitable for some diseases.</a:t>
            </a:r>
          </a:p>
          <a:p>
            <a:r>
              <a:rPr lang="en-US" dirty="0"/>
              <a:t>It does not learn from new data or user feedback.</a:t>
            </a:r>
          </a:p>
          <a:p>
            <a:r>
              <a:rPr lang="en-US" dirty="0"/>
              <a:t>Because of these limitations, people may follow incorrect diet plans.</a:t>
            </a:r>
          </a:p>
          <a:p>
            <a:endParaRPr lang="en-IN"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EFB0FD14-6988-18F2-FB14-7A9C0F3B08D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latin typeface="Times New Roman" panose="02020603050405020304" pitchFamily="18" charset="0"/>
                <a:cs typeface="Times New Roman" panose="02020603050405020304" pitchFamily="18" charset="0"/>
              </a:rPr>
              <a:t>                     </a:t>
            </a:r>
            <a:r>
              <a:rPr lang="en-IN" b="1" dirty="0">
                <a:solidFill>
                  <a:schemeClr val="accent1">
                    <a:lumMod val="75000"/>
                  </a:schemeClr>
                </a:solidFill>
                <a:latin typeface="Times New Roman" panose="02020603050405020304" pitchFamily="18" charset="0"/>
                <a:cs typeface="Times New Roman" panose="02020603050405020304" pitchFamily="18" charset="0"/>
              </a:rPr>
              <a:t>PROPOSED SYSTEM</a:t>
            </a:r>
          </a:p>
        </p:txBody>
      </p:sp>
      <p:sp>
        <p:nvSpPr>
          <p:cNvPr id="3" name="Content Placeholder 2"/>
          <p:cNvSpPr>
            <a:spLocks noGrp="1"/>
          </p:cNvSpPr>
          <p:nvPr>
            <p:ph idx="1"/>
          </p:nvPr>
        </p:nvSpPr>
        <p:spPr>
          <a:xfrm>
            <a:off x="2207568" y="2780928"/>
            <a:ext cx="9840416" cy="4531091"/>
          </a:xfrm>
        </p:spPr>
        <p:txBody>
          <a:bodyPr/>
          <a:lstStyle/>
          <a:p>
            <a:r>
              <a:rPr lang="en-US" dirty="0"/>
              <a:t>To solve these problems, this project proposes an AI-Based Nutrition Recommendation System.</a:t>
            </a:r>
          </a:p>
          <a:p>
            <a:r>
              <a:rPr lang="en-US" dirty="0"/>
              <a:t>In this system:</a:t>
            </a:r>
          </a:p>
          <a:p>
            <a:r>
              <a:rPr lang="en-US" dirty="0"/>
              <a:t>The user enters personal details like age, height, weight, BMI, and health conditions.</a:t>
            </a:r>
          </a:p>
          <a:p>
            <a:r>
              <a:rPr lang="en-US" dirty="0"/>
              <a:t>The system analyzes the data using Machine Learning algorithms.</a:t>
            </a:r>
          </a:p>
          <a:p>
            <a:r>
              <a:rPr lang="en-US" dirty="0"/>
              <a:t>Based on this information, the system suggests a suitable meal plan.</a:t>
            </a:r>
          </a:p>
          <a:p>
            <a:r>
              <a:rPr lang="en-US" dirty="0"/>
              <a:t>The system can also update recommendations when user information changes.</a:t>
            </a:r>
          </a:p>
          <a:p>
            <a:endParaRPr 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01BF2BEA-9AD2-316F-EA91-D2D8E766D28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             </a:t>
            </a:r>
            <a:r>
              <a:rPr lang="en-IN" sz="2800" b="1" dirty="0">
                <a:solidFill>
                  <a:schemeClr val="accent1">
                    <a:lumMod val="75000"/>
                  </a:schemeClr>
                </a:solidFill>
                <a:latin typeface="Times New Roman" panose="02020603050405020304" pitchFamily="18" charset="0"/>
                <a:cs typeface="Times New Roman" panose="02020603050405020304" pitchFamily="18" charset="0"/>
              </a:rPr>
              <a:t>ADVANTAGES OF PROPOSED SYSTEM</a:t>
            </a:r>
          </a:p>
        </p:txBody>
      </p:sp>
      <p:sp>
        <p:nvSpPr>
          <p:cNvPr id="3" name="Content Placeholder 2"/>
          <p:cNvSpPr>
            <a:spLocks noGrp="1"/>
          </p:cNvSpPr>
          <p:nvPr>
            <p:ph idx="1"/>
          </p:nvPr>
        </p:nvSpPr>
        <p:spPr>
          <a:xfrm>
            <a:off x="2783632" y="2708920"/>
            <a:ext cx="9737744" cy="4725144"/>
          </a:xfrm>
        </p:spPr>
        <p:txBody>
          <a:bodyPr/>
          <a:lstStyle/>
          <a:p>
            <a:r>
              <a:rPr lang="en-US" dirty="0"/>
              <a:t>The proposed system provides many benefits:</a:t>
            </a:r>
          </a:p>
          <a:p>
            <a:r>
              <a:rPr lang="en-US" dirty="0"/>
              <a:t>Personalized diet recommendations</a:t>
            </a:r>
          </a:p>
          <a:p>
            <a:r>
              <a:rPr lang="en-US" dirty="0"/>
              <a:t>Accurate analysis using AI</a:t>
            </a:r>
          </a:p>
          <a:p>
            <a:r>
              <a:rPr lang="en-US" dirty="0"/>
              <a:t>Real-time updates</a:t>
            </a:r>
          </a:p>
          <a:p>
            <a:r>
              <a:rPr lang="en-US" dirty="0"/>
              <a:t>Easy to use web interface</a:t>
            </a:r>
          </a:p>
          <a:p>
            <a:r>
              <a:rPr lang="en-US" dirty="0"/>
              <a:t>Supports many users simultaneously</a:t>
            </a:r>
          </a:p>
          <a:p>
            <a:r>
              <a:rPr lang="en-US" dirty="0"/>
              <a:t>It acts like a smart digital nutrition assistant.</a:t>
            </a:r>
          </a:p>
          <a:p>
            <a:endParaRPr lang="en-US" altLang="en-US"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7C9AB81-0F0A-33F4-E6B2-05D3A3632F7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817B6-6657-2C0D-0DE2-A6EA8E598A40}"/>
              </a:ext>
            </a:extLst>
          </p:cNvPr>
          <p:cNvSpPr>
            <a:spLocks noGrp="1"/>
          </p:cNvSpPr>
          <p:nvPr>
            <p:ph type="title"/>
          </p:nvPr>
        </p:nvSpPr>
        <p:spPr>
          <a:xfrm>
            <a:off x="1415480" y="775573"/>
            <a:ext cx="8761413" cy="706964"/>
          </a:xfrm>
        </p:spPr>
        <p:txBody>
          <a:bodyPr/>
          <a:lstStyle/>
          <a:p>
            <a:r>
              <a:rPr lang="en-IN" b="1" dirty="0">
                <a:solidFill>
                  <a:schemeClr val="accent1"/>
                </a:solidFill>
                <a:effectLst>
                  <a:outerShdw blurRad="38100" dist="25400" dir="5400000" algn="ctr" rotWithShape="0">
                    <a:srgbClr val="6E747A">
                      <a:alpha val="43000"/>
                    </a:srgbClr>
                  </a:outerShdw>
                </a:effectLst>
              </a:rPr>
              <a:t>                      </a:t>
            </a:r>
            <a:r>
              <a:rPr lang="en-IN" b="1" dirty="0">
                <a:solidFill>
                  <a:schemeClr val="accent1">
                    <a:lumMod val="75000"/>
                  </a:schemeClr>
                </a:solidFill>
                <a:effectLst>
                  <a:outerShdw blurRad="38100" dist="25400" dir="5400000" algn="ctr" rotWithShape="0">
                    <a:srgbClr val="6E747A">
                      <a:alpha val="43000"/>
                    </a:srgbClr>
                  </a:outerShdw>
                </a:effectLst>
              </a:rPr>
              <a:t>ALGORITHMS USED</a:t>
            </a:r>
            <a:endParaRPr lang="en-IN" dirty="0">
              <a:solidFill>
                <a:schemeClr val="accent1">
                  <a:lumMod val="75000"/>
                </a:schemeClr>
              </a:solidFill>
            </a:endParaRPr>
          </a:p>
        </p:txBody>
      </p:sp>
      <p:sp>
        <p:nvSpPr>
          <p:cNvPr id="3" name="Content Placeholder 2">
            <a:extLst>
              <a:ext uri="{FF2B5EF4-FFF2-40B4-BE49-F238E27FC236}">
                <a16:creationId xmlns:a16="http://schemas.microsoft.com/office/drawing/2014/main" id="{B52F5302-4CEE-F691-D0E9-C4029722962E}"/>
              </a:ext>
            </a:extLst>
          </p:cNvPr>
          <p:cNvSpPr>
            <a:spLocks noGrp="1"/>
          </p:cNvSpPr>
          <p:nvPr>
            <p:ph idx="1"/>
          </p:nvPr>
        </p:nvSpPr>
        <p:spPr>
          <a:xfrm>
            <a:off x="2855640" y="2850004"/>
            <a:ext cx="8761412" cy="3200872"/>
          </a:xfrm>
        </p:spPr>
        <p:txBody>
          <a:bodyPr>
            <a:noAutofit/>
          </a:bodyPr>
          <a:lstStyle/>
          <a:p>
            <a:r>
              <a:rPr lang="en-US" dirty="0"/>
              <a:t>This project uses the Gradient Boosting Classifier algorithm.</a:t>
            </a:r>
          </a:p>
          <a:p>
            <a:r>
              <a:rPr lang="en-US" dirty="0"/>
              <a:t>This algorithm:</a:t>
            </a:r>
          </a:p>
          <a:p>
            <a:r>
              <a:rPr lang="en-US" dirty="0"/>
              <a:t>Combines multiple decision trees</a:t>
            </a:r>
          </a:p>
          <a:p>
            <a:r>
              <a:rPr lang="en-US" dirty="0"/>
              <a:t>Improves prediction accuracy</a:t>
            </a:r>
          </a:p>
          <a:p>
            <a:r>
              <a:rPr lang="en-US" dirty="0"/>
              <a:t>Learns from previous errors</a:t>
            </a:r>
          </a:p>
          <a:p>
            <a:r>
              <a:rPr lang="en-US" dirty="0"/>
              <a:t>Works well with complex health data</a:t>
            </a:r>
          </a:p>
          <a:p>
            <a:r>
              <a:rPr lang="en-US" dirty="0"/>
              <a:t>It helps the system make accurate diet recommendations.</a:t>
            </a:r>
          </a:p>
        </p:txBody>
      </p:sp>
      <p:pic>
        <p:nvPicPr>
          <p:cNvPr id="4" name="Picture 3">
            <a:extLst>
              <a:ext uri="{FF2B5EF4-FFF2-40B4-BE49-F238E27FC236}">
                <a16:creationId xmlns:a16="http://schemas.microsoft.com/office/drawing/2014/main" id="{DDD79FEE-32AA-B471-AE6A-2C553F92D42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87488" y="-2480"/>
            <a:ext cx="2219674" cy="1900827"/>
          </a:xfrm>
          <a:prstGeom prst="rect">
            <a:avLst/>
          </a:prstGeom>
        </p:spPr>
      </p:pic>
    </p:spTree>
    <p:extLst>
      <p:ext uri="{BB962C8B-B14F-4D97-AF65-F5344CB8AC3E}">
        <p14:creationId xmlns:p14="http://schemas.microsoft.com/office/powerpoint/2010/main" val="32797711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62FD7-3150-4386-01EE-315330C446C7}"/>
              </a:ext>
            </a:extLst>
          </p:cNvPr>
          <p:cNvSpPr>
            <a:spLocks noGrp="1"/>
          </p:cNvSpPr>
          <p:nvPr>
            <p:ph type="title"/>
          </p:nvPr>
        </p:nvSpPr>
        <p:spPr/>
        <p:txBody>
          <a:bodyPr/>
          <a:lstStyle/>
          <a:p>
            <a:r>
              <a:rPr lang="en-IN" b="1" dirty="0">
                <a:solidFill>
                  <a:schemeClr val="accent1">
                    <a:lumMod val="75000"/>
                  </a:schemeClr>
                </a:solidFill>
                <a:effectLst>
                  <a:outerShdw blurRad="38100" dist="25400" dir="5400000" algn="ctr" rotWithShape="0">
                    <a:srgbClr val="6E747A">
                      <a:alpha val="43000"/>
                    </a:srgbClr>
                  </a:outerShdw>
                </a:effectLst>
              </a:rPr>
              <a:t>                  METHODOLOGY</a:t>
            </a:r>
            <a:endParaRPr lang="en-IN" dirty="0"/>
          </a:p>
        </p:txBody>
      </p:sp>
      <p:sp>
        <p:nvSpPr>
          <p:cNvPr id="3" name="Content Placeholder 2">
            <a:extLst>
              <a:ext uri="{FF2B5EF4-FFF2-40B4-BE49-F238E27FC236}">
                <a16:creationId xmlns:a16="http://schemas.microsoft.com/office/drawing/2014/main" id="{4520B62E-38BA-AF1F-E110-268F887D2F04}"/>
              </a:ext>
            </a:extLst>
          </p:cNvPr>
          <p:cNvSpPr>
            <a:spLocks noGrp="1"/>
          </p:cNvSpPr>
          <p:nvPr>
            <p:ph idx="1"/>
          </p:nvPr>
        </p:nvSpPr>
        <p:spPr>
          <a:xfrm>
            <a:off x="3528798" y="1540189"/>
            <a:ext cx="8915400" cy="3777622"/>
          </a:xfrm>
        </p:spPr>
        <p:txBody>
          <a:bodyPr>
            <a:normAutofit fontScale="25000" lnSpcReduction="20000"/>
          </a:bodyPr>
          <a:lstStyle/>
          <a:p>
            <a:r>
              <a:rPr lang="en-US" sz="7200" dirty="0"/>
              <a:t>The project follows several steps:</a:t>
            </a:r>
          </a:p>
          <a:p>
            <a:r>
              <a:rPr lang="en-US" sz="7200" b="1" dirty="0"/>
              <a:t>Data Collection</a:t>
            </a:r>
          </a:p>
          <a:p>
            <a:r>
              <a:rPr lang="en-US" sz="7200" dirty="0"/>
              <a:t>User information such as:</a:t>
            </a:r>
          </a:p>
          <a:p>
            <a:r>
              <a:rPr lang="en-US" sz="7200" dirty="0"/>
              <a:t>Age</a:t>
            </a:r>
          </a:p>
          <a:p>
            <a:r>
              <a:rPr lang="en-US" sz="7200" dirty="0"/>
              <a:t>Weight</a:t>
            </a:r>
          </a:p>
          <a:p>
            <a:r>
              <a:rPr lang="en-US" sz="7200" dirty="0"/>
              <a:t>Height</a:t>
            </a:r>
          </a:p>
          <a:p>
            <a:r>
              <a:rPr lang="en-US" sz="7200" dirty="0"/>
              <a:t>BMI</a:t>
            </a:r>
          </a:p>
          <a:p>
            <a:r>
              <a:rPr lang="en-US" sz="7200" dirty="0"/>
              <a:t>Health conditions</a:t>
            </a:r>
          </a:p>
          <a:p>
            <a:r>
              <a:rPr lang="en-US" sz="7200" dirty="0"/>
              <a:t>Lifestyle habits</a:t>
            </a:r>
          </a:p>
          <a:p>
            <a:r>
              <a:rPr lang="en-US" sz="7200" dirty="0"/>
              <a:t>is collected.</a:t>
            </a:r>
          </a:p>
          <a:p>
            <a:r>
              <a:rPr lang="en-US" sz="7200" b="1" dirty="0"/>
              <a:t>Data Preprocessing</a:t>
            </a:r>
          </a:p>
          <a:p>
            <a:r>
              <a:rPr lang="en-US" sz="7200" dirty="0"/>
              <a:t>The data is cleaned by:</a:t>
            </a:r>
          </a:p>
          <a:p>
            <a:r>
              <a:rPr lang="en-US" sz="7200" dirty="0"/>
              <a:t>Removing errors</a:t>
            </a:r>
          </a:p>
          <a:p>
            <a:r>
              <a:rPr lang="en-US" sz="7200" dirty="0"/>
              <a:t>Handling missing values</a:t>
            </a:r>
          </a:p>
          <a:p>
            <a:r>
              <a:rPr lang="en-US" sz="7200" dirty="0"/>
              <a:t>Normalizing and encoding features</a:t>
            </a:r>
          </a:p>
          <a:p>
            <a:endParaRPr lang="en-IN" dirty="0"/>
          </a:p>
        </p:txBody>
      </p:sp>
      <p:pic>
        <p:nvPicPr>
          <p:cNvPr id="4" name="Picture 3">
            <a:extLst>
              <a:ext uri="{FF2B5EF4-FFF2-40B4-BE49-F238E27FC236}">
                <a16:creationId xmlns:a16="http://schemas.microsoft.com/office/drawing/2014/main" id="{D1445E70-2B48-ADAF-7E76-CD392DB2618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88668" y="-99392"/>
            <a:ext cx="2219674" cy="1900827"/>
          </a:xfrm>
          <a:prstGeom prst="rect">
            <a:avLst/>
          </a:prstGeom>
        </p:spPr>
      </p:pic>
    </p:spTree>
    <p:extLst>
      <p:ext uri="{BB962C8B-B14F-4D97-AF65-F5344CB8AC3E}">
        <p14:creationId xmlns:p14="http://schemas.microsoft.com/office/powerpoint/2010/main" val="9180012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solidFill>
                <a:effectLst>
                  <a:outerShdw blurRad="38100" dist="25400" dir="5400000" algn="ctr" rotWithShape="0">
                    <a:srgbClr val="6E747A">
                      <a:alpha val="43000"/>
                    </a:srgbClr>
                  </a:outerShdw>
                </a:effectLst>
              </a:rPr>
              <a:t>                </a:t>
            </a:r>
            <a:r>
              <a:rPr lang="en-IN" b="1" dirty="0">
                <a:solidFill>
                  <a:schemeClr val="accent1">
                    <a:lumMod val="75000"/>
                  </a:schemeClr>
                </a:solidFill>
                <a:effectLst>
                  <a:outerShdw blurRad="38100" dist="25400" dir="5400000" algn="ctr" rotWithShape="0">
                    <a:srgbClr val="6E747A">
                      <a:alpha val="43000"/>
                    </a:srgbClr>
                  </a:outerShdw>
                </a:effectLst>
              </a:rPr>
              <a:t>METHODOLOGY</a:t>
            </a:r>
          </a:p>
        </p:txBody>
      </p:sp>
      <p:pic>
        <p:nvPicPr>
          <p:cNvPr id="4" name="Picture 3">
            <a:extLst>
              <a:ext uri="{FF2B5EF4-FFF2-40B4-BE49-F238E27FC236}">
                <a16:creationId xmlns:a16="http://schemas.microsoft.com/office/drawing/2014/main" id="{8683698B-733D-BC1C-F559-3A889E2310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1464" y="-22117"/>
            <a:ext cx="2219674" cy="1900827"/>
          </a:xfrm>
          <a:prstGeom prst="rect">
            <a:avLst/>
          </a:prstGeom>
        </p:spPr>
      </p:pic>
      <p:sp>
        <p:nvSpPr>
          <p:cNvPr id="6" name="Content Placeholder 5">
            <a:extLst>
              <a:ext uri="{FF2B5EF4-FFF2-40B4-BE49-F238E27FC236}">
                <a16:creationId xmlns:a16="http://schemas.microsoft.com/office/drawing/2014/main" id="{53577DD5-0DDE-D157-0766-047E2E75AF05}"/>
              </a:ext>
            </a:extLst>
          </p:cNvPr>
          <p:cNvSpPr>
            <a:spLocks noGrp="1"/>
          </p:cNvSpPr>
          <p:nvPr>
            <p:ph idx="1"/>
          </p:nvPr>
        </p:nvSpPr>
        <p:spPr/>
        <p:txBody>
          <a:bodyPr/>
          <a:lstStyle/>
          <a:p>
            <a:r>
              <a:rPr lang="en-US" b="1" dirty="0"/>
              <a:t>Model Training</a:t>
            </a:r>
          </a:p>
          <a:p>
            <a:r>
              <a:rPr lang="en-US" dirty="0"/>
              <a:t>Machine learning models are trained using the dataset to learn patterns     between health data and diet plans.</a:t>
            </a:r>
          </a:p>
          <a:p>
            <a:r>
              <a:rPr lang="en-US" b="1" dirty="0"/>
              <a:t>Prediction</a:t>
            </a:r>
          </a:p>
          <a:p>
            <a:r>
              <a:rPr lang="en-US" dirty="0"/>
              <a:t>The trained model predicts the best diet plan for each user.</a:t>
            </a:r>
          </a:p>
          <a:p>
            <a:r>
              <a:rPr lang="en-US" b="1" dirty="0"/>
              <a:t>Web Application</a:t>
            </a:r>
          </a:p>
          <a:p>
            <a:r>
              <a:rPr lang="en-US" dirty="0"/>
              <a:t>The system is deployed using Flask, allowing users to interact with it through a web interface.</a:t>
            </a:r>
          </a:p>
          <a:p>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B634D-A504-921C-4630-E2F80CC37EF9}"/>
              </a:ext>
            </a:extLst>
          </p:cNvPr>
          <p:cNvSpPr>
            <a:spLocks noGrp="1"/>
          </p:cNvSpPr>
          <p:nvPr>
            <p:ph type="title"/>
          </p:nvPr>
        </p:nvSpPr>
        <p:spPr/>
        <p:txBody>
          <a:bodyPr/>
          <a:lstStyle/>
          <a:p>
            <a:r>
              <a:rPr lang="en-IN" b="1" dirty="0">
                <a:solidFill>
                  <a:schemeClr val="accent1">
                    <a:lumMod val="75000"/>
                  </a:schemeClr>
                </a:solidFill>
                <a:effectLst>
                  <a:outerShdw blurRad="38100" dist="25400" dir="5400000" algn="ctr" rotWithShape="0">
                    <a:srgbClr val="6E747A">
                      <a:alpha val="43000"/>
                    </a:srgbClr>
                  </a:outerShdw>
                </a:effectLst>
              </a:rPr>
              <a:t>             SOFTWARE REQUIREMENTS</a:t>
            </a:r>
            <a:endParaRPr lang="en-IN" dirty="0"/>
          </a:p>
        </p:txBody>
      </p:sp>
      <p:sp>
        <p:nvSpPr>
          <p:cNvPr id="3" name="Content Placeholder 2">
            <a:extLst>
              <a:ext uri="{FF2B5EF4-FFF2-40B4-BE49-F238E27FC236}">
                <a16:creationId xmlns:a16="http://schemas.microsoft.com/office/drawing/2014/main" id="{96D91ECF-D713-ACF2-BC70-F708791079DC}"/>
              </a:ext>
            </a:extLst>
          </p:cNvPr>
          <p:cNvSpPr>
            <a:spLocks noGrp="1"/>
          </p:cNvSpPr>
          <p:nvPr>
            <p:ph idx="1"/>
          </p:nvPr>
        </p:nvSpPr>
        <p:spPr>
          <a:xfrm>
            <a:off x="3791744" y="2456268"/>
            <a:ext cx="8915400" cy="3777622"/>
          </a:xfrm>
        </p:spPr>
        <p:txBody>
          <a:bodyPr>
            <a:normAutofit fontScale="92500" lnSpcReduction="20000"/>
          </a:bodyPr>
          <a:lstStyle/>
          <a:p>
            <a:r>
              <a:rPr lang="en-IN" b="1" dirty="0"/>
              <a:t>Hardware Requirements</a:t>
            </a:r>
          </a:p>
          <a:p>
            <a:r>
              <a:rPr lang="en-IN" dirty="0"/>
              <a:t>Computer or Laptop</a:t>
            </a:r>
          </a:p>
          <a:p>
            <a:r>
              <a:rPr lang="en-IN" dirty="0"/>
              <a:t>Minimum 4 GB RAM</a:t>
            </a:r>
          </a:p>
          <a:p>
            <a:r>
              <a:rPr lang="en-IN" dirty="0"/>
              <a:t>Minimum 500 GB Hard Disk</a:t>
            </a:r>
          </a:p>
          <a:p>
            <a:r>
              <a:rPr lang="en-IN" dirty="0"/>
              <a:t>Internet connection</a:t>
            </a:r>
          </a:p>
          <a:p>
            <a:r>
              <a:rPr lang="en-IN" b="1" dirty="0"/>
              <a:t>Software Requirements</a:t>
            </a:r>
          </a:p>
          <a:p>
            <a:r>
              <a:rPr lang="en-IN" dirty="0"/>
              <a:t>Operating System: Windows</a:t>
            </a:r>
          </a:p>
          <a:p>
            <a:r>
              <a:rPr lang="en-IN" dirty="0"/>
              <a:t>Programming Language: Python</a:t>
            </a:r>
          </a:p>
          <a:p>
            <a:r>
              <a:rPr lang="en-IN" dirty="0"/>
              <a:t>Framework: Flask</a:t>
            </a:r>
          </a:p>
          <a:p>
            <a:r>
              <a:rPr lang="en-IN" dirty="0"/>
              <a:t>Libraries: Pandas, NumPy, Scikit-learn</a:t>
            </a:r>
          </a:p>
          <a:p>
            <a:r>
              <a:rPr lang="en-IN" dirty="0"/>
              <a:t>Development Tools: VS Code / Jupyter Notebook</a:t>
            </a:r>
          </a:p>
          <a:p>
            <a:endParaRPr lang="en-IN" dirty="0"/>
          </a:p>
        </p:txBody>
      </p:sp>
      <p:pic>
        <p:nvPicPr>
          <p:cNvPr id="4" name="Picture 3">
            <a:extLst>
              <a:ext uri="{FF2B5EF4-FFF2-40B4-BE49-F238E27FC236}">
                <a16:creationId xmlns:a16="http://schemas.microsoft.com/office/drawing/2014/main" id="{660B0C84-766E-9000-F3FA-C0B5201CC8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71464" y="-22117"/>
            <a:ext cx="2219674" cy="1900827"/>
          </a:xfrm>
          <a:prstGeom prst="rect">
            <a:avLst/>
          </a:prstGeom>
        </p:spPr>
      </p:pic>
    </p:spTree>
    <p:extLst>
      <p:ext uri="{BB962C8B-B14F-4D97-AF65-F5344CB8AC3E}">
        <p14:creationId xmlns:p14="http://schemas.microsoft.com/office/powerpoint/2010/main" val="350285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D6E75-5D0B-6DA3-CDF5-F9F099F56C17}"/>
              </a:ext>
            </a:extLst>
          </p:cNvPr>
          <p:cNvSpPr>
            <a:spLocks noGrp="1"/>
          </p:cNvSpPr>
          <p:nvPr>
            <p:ph type="title"/>
          </p:nvPr>
        </p:nvSpPr>
        <p:spPr/>
        <p:txBody>
          <a:bodyPr/>
          <a:lstStyle/>
          <a:p>
            <a:r>
              <a:rPr lang="en-IN" b="1" dirty="0">
                <a:solidFill>
                  <a:schemeClr val="accent1">
                    <a:lumMod val="75000"/>
                  </a:schemeClr>
                </a:solidFill>
              </a:rPr>
              <a:t>             WORKING OF THE PROJECT</a:t>
            </a:r>
            <a:endParaRPr lang="en-IN" dirty="0"/>
          </a:p>
        </p:txBody>
      </p:sp>
      <p:sp>
        <p:nvSpPr>
          <p:cNvPr id="3" name="Content Placeholder 2">
            <a:extLst>
              <a:ext uri="{FF2B5EF4-FFF2-40B4-BE49-F238E27FC236}">
                <a16:creationId xmlns:a16="http://schemas.microsoft.com/office/drawing/2014/main" id="{5329433C-DF89-F0A0-AB5D-1C9B3E03E96A}"/>
              </a:ext>
            </a:extLst>
          </p:cNvPr>
          <p:cNvSpPr>
            <a:spLocks noGrp="1"/>
          </p:cNvSpPr>
          <p:nvPr>
            <p:ph idx="1"/>
          </p:nvPr>
        </p:nvSpPr>
        <p:spPr>
          <a:xfrm>
            <a:off x="2495600" y="1700808"/>
            <a:ext cx="8915400" cy="3777622"/>
          </a:xfrm>
        </p:spPr>
        <p:txBody>
          <a:bodyPr>
            <a:normAutofit fontScale="25000" lnSpcReduction="20000"/>
          </a:bodyPr>
          <a:lstStyle/>
          <a:p>
            <a:r>
              <a:rPr lang="en-US" sz="7200" dirty="0"/>
              <a:t>The working of the AI-Based Nutrition Recommendation System includes the following steps:</a:t>
            </a:r>
          </a:p>
          <a:p>
            <a:r>
              <a:rPr lang="en-US" sz="7200" b="1" dirty="0"/>
              <a:t>User Input</a:t>
            </a:r>
          </a:p>
          <a:p>
            <a:r>
              <a:rPr lang="en-US" sz="7200" dirty="0"/>
              <a:t>The user enters personal health information such as age, height, weight, BMI, lifestyle habits, and health conditions.</a:t>
            </a:r>
          </a:p>
          <a:p>
            <a:r>
              <a:rPr lang="en-US" sz="7200" b="1" dirty="0"/>
              <a:t>Data Processing</a:t>
            </a:r>
          </a:p>
          <a:p>
            <a:r>
              <a:rPr lang="en-US" sz="7200" dirty="0"/>
              <a:t>The system processes the input data and prepares it for machine learning analysis.</a:t>
            </a:r>
          </a:p>
          <a:p>
            <a:r>
              <a:rPr lang="en-US" sz="7200" b="1" dirty="0"/>
              <a:t>Machine Learning Analysis</a:t>
            </a:r>
          </a:p>
          <a:p>
            <a:r>
              <a:rPr lang="en-US" sz="7200" dirty="0"/>
              <a:t>The trained machine learning model analyzes the user data and identifies the most suitable nutrition plan.</a:t>
            </a:r>
          </a:p>
          <a:p>
            <a:r>
              <a:rPr lang="en-US" sz="7200" b="1" dirty="0"/>
              <a:t>Diet Recommendation</a:t>
            </a:r>
          </a:p>
          <a:p>
            <a:r>
              <a:rPr lang="en-US" sz="7200" dirty="0"/>
              <a:t>Based on the analysis, the system suggests healthy food options and meal plans for the user.</a:t>
            </a:r>
          </a:p>
          <a:p>
            <a:r>
              <a:rPr lang="en-US" sz="7200" b="1" dirty="0"/>
              <a:t>Result Display</a:t>
            </a:r>
          </a:p>
          <a:p>
            <a:r>
              <a:rPr lang="en-US" sz="7200" dirty="0"/>
              <a:t>The recommended diet plan is displayed to the user through the web application interface.</a:t>
            </a:r>
          </a:p>
          <a:p>
            <a:endParaRPr lang="en-IN" dirty="0"/>
          </a:p>
        </p:txBody>
      </p:sp>
      <p:pic>
        <p:nvPicPr>
          <p:cNvPr id="4" name="Picture 3">
            <a:extLst>
              <a:ext uri="{FF2B5EF4-FFF2-40B4-BE49-F238E27FC236}">
                <a16:creationId xmlns:a16="http://schemas.microsoft.com/office/drawing/2014/main" id="{DE6C77B9-F120-ABA9-E647-972F167514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292151" y="0"/>
            <a:ext cx="2219674" cy="1900827"/>
          </a:xfrm>
          <a:prstGeom prst="rect">
            <a:avLst/>
          </a:prstGeom>
        </p:spPr>
      </p:pic>
    </p:spTree>
    <p:extLst>
      <p:ext uri="{BB962C8B-B14F-4D97-AF65-F5344CB8AC3E}">
        <p14:creationId xmlns:p14="http://schemas.microsoft.com/office/powerpoint/2010/main" val="8956718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chemeClr val="accent1">
                    <a:lumMod val="75000"/>
                  </a:schemeClr>
                </a:solidFill>
              </a:rPr>
              <a:t>             WORKING OF THE PROJECT</a:t>
            </a:r>
            <a:endParaRPr lang="en-IN" sz="2800" b="1" dirty="0">
              <a:solidFill>
                <a:schemeClr val="accent1">
                  <a:lumMod val="75000"/>
                </a:schemeClr>
              </a:solidFill>
            </a:endParaRPr>
          </a:p>
        </p:txBody>
      </p:sp>
      <p:pic>
        <p:nvPicPr>
          <p:cNvPr id="8" name="Content Placeholder 7">
            <a:extLst>
              <a:ext uri="{FF2B5EF4-FFF2-40B4-BE49-F238E27FC236}">
                <a16:creationId xmlns:a16="http://schemas.microsoft.com/office/drawing/2014/main" id="{266E029F-1892-71D7-ACEF-1B2ED48452B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121707" y="2133600"/>
            <a:ext cx="7850411" cy="3778250"/>
          </a:xfrm>
          <a:prstGeom prst="rect">
            <a:avLst/>
          </a:prstGeom>
        </p:spPr>
      </p:pic>
      <p:pic>
        <p:nvPicPr>
          <p:cNvPr id="4" name="Picture 3">
            <a:extLst>
              <a:ext uri="{FF2B5EF4-FFF2-40B4-BE49-F238E27FC236}">
                <a16:creationId xmlns:a16="http://schemas.microsoft.com/office/drawing/2014/main" id="{D68EB339-F825-F928-B458-9869A35FF11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800" b="1" dirty="0">
                <a:solidFill>
                  <a:schemeClr val="accent1">
                    <a:lumMod val="75000"/>
                  </a:schemeClr>
                </a:solidFill>
              </a:rPr>
              <a:t>             WORKING OF THE PROJECT </a:t>
            </a:r>
            <a:endParaRPr lang="en-IN" sz="2800" dirty="0">
              <a:solidFill>
                <a:schemeClr val="accent1"/>
              </a:solidFill>
            </a:endParaRPr>
          </a:p>
        </p:txBody>
      </p:sp>
      <p:sp>
        <p:nvSpPr>
          <p:cNvPr id="3" name="Content Placeholder 2"/>
          <p:cNvSpPr>
            <a:spLocks noGrp="1"/>
          </p:cNvSpPr>
          <p:nvPr>
            <p:ph idx="1"/>
          </p:nvPr>
        </p:nvSpPr>
        <p:spPr>
          <a:xfrm>
            <a:off x="557530" y="2603500"/>
            <a:ext cx="11133455" cy="3416300"/>
          </a:xfrm>
        </p:spPr>
        <p:txBody>
          <a:bodyPr/>
          <a:lstStyle/>
          <a:p>
            <a:pPr marL="0" indent="0">
              <a:buNone/>
            </a:pPr>
            <a:endParaRPr lang="en-IN"/>
          </a:p>
          <a:p>
            <a:pPr marL="0" indent="0">
              <a:buNone/>
            </a:pPr>
            <a:endParaRPr lang="en-IN"/>
          </a:p>
        </p:txBody>
      </p:sp>
      <p:pic>
        <p:nvPicPr>
          <p:cNvPr id="5" name="Picture 4">
            <a:extLst>
              <a:ext uri="{FF2B5EF4-FFF2-40B4-BE49-F238E27FC236}">
                <a16:creationId xmlns:a16="http://schemas.microsoft.com/office/drawing/2014/main" id="{FFCD5058-B443-023D-D688-36B3AD5513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1464" y="2089419"/>
            <a:ext cx="10827158" cy="4444461"/>
          </a:xfrm>
          <a:prstGeom prst="rect">
            <a:avLst/>
          </a:prstGeom>
        </p:spPr>
      </p:pic>
      <p:pic>
        <p:nvPicPr>
          <p:cNvPr id="4" name="Picture 3">
            <a:extLst>
              <a:ext uri="{FF2B5EF4-FFF2-40B4-BE49-F238E27FC236}">
                <a16:creationId xmlns:a16="http://schemas.microsoft.com/office/drawing/2014/main" id="{717B934B-DBB2-694B-3997-A27A8383807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88641-4790-BB3B-7426-BEEB901C534B}"/>
              </a:ext>
            </a:extLst>
          </p:cNvPr>
          <p:cNvSpPr>
            <a:spLocks noGrp="1"/>
          </p:cNvSpPr>
          <p:nvPr>
            <p:ph type="title"/>
          </p:nvPr>
        </p:nvSpPr>
        <p:spPr/>
        <p:txBody>
          <a:bodyPr/>
          <a:lstStyle/>
          <a:p>
            <a:r>
              <a:rPr lang="en-IN" altLang="en-US" b="1" dirty="0">
                <a:solidFill>
                  <a:schemeClr val="accent1">
                    <a:lumMod val="75000"/>
                  </a:schemeClr>
                </a:solidFill>
                <a:effectLst>
                  <a:outerShdw blurRad="38100" dist="25400" dir="5400000" algn="ctr" rotWithShape="0">
                    <a:srgbClr val="6E747A">
                      <a:alpha val="43000"/>
                    </a:srgbClr>
                  </a:outerShdw>
                </a:effectLst>
              </a:rPr>
              <a:t>                     APPLICATIONS</a:t>
            </a:r>
            <a:endParaRPr lang="en-IN" dirty="0"/>
          </a:p>
        </p:txBody>
      </p:sp>
      <p:sp>
        <p:nvSpPr>
          <p:cNvPr id="3" name="Content Placeholder 2">
            <a:extLst>
              <a:ext uri="{FF2B5EF4-FFF2-40B4-BE49-F238E27FC236}">
                <a16:creationId xmlns:a16="http://schemas.microsoft.com/office/drawing/2014/main" id="{4BD5D3DE-3FC1-93DF-44C8-3FD20CAA8B66}"/>
              </a:ext>
            </a:extLst>
          </p:cNvPr>
          <p:cNvSpPr>
            <a:spLocks noGrp="1"/>
          </p:cNvSpPr>
          <p:nvPr>
            <p:ph idx="1"/>
          </p:nvPr>
        </p:nvSpPr>
        <p:spPr>
          <a:xfrm>
            <a:off x="3276600" y="2582235"/>
            <a:ext cx="8915400" cy="3777622"/>
          </a:xfrm>
        </p:spPr>
        <p:txBody>
          <a:bodyPr/>
          <a:lstStyle/>
          <a:p>
            <a:r>
              <a:rPr lang="en-US" dirty="0"/>
              <a:t>This system can be used in many areas:</a:t>
            </a:r>
          </a:p>
          <a:p>
            <a:r>
              <a:rPr lang="en-US" dirty="0"/>
              <a:t>Healthcare and hospitals</a:t>
            </a:r>
          </a:p>
          <a:p>
            <a:r>
              <a:rPr lang="en-US" dirty="0"/>
              <a:t>Fitness and wellness centers</a:t>
            </a:r>
          </a:p>
          <a:p>
            <a:r>
              <a:rPr lang="en-US" dirty="0"/>
              <a:t>Diet planning for patients</a:t>
            </a:r>
          </a:p>
          <a:p>
            <a:r>
              <a:rPr lang="en-US" dirty="0"/>
              <a:t>Personal health management</a:t>
            </a:r>
          </a:p>
          <a:p>
            <a:r>
              <a:rPr lang="en-US" dirty="0"/>
              <a:t>Health mobile applications</a:t>
            </a:r>
          </a:p>
          <a:p>
            <a:endParaRPr lang="en-IN" dirty="0"/>
          </a:p>
        </p:txBody>
      </p:sp>
      <p:pic>
        <p:nvPicPr>
          <p:cNvPr id="4" name="Picture 3">
            <a:extLst>
              <a:ext uri="{FF2B5EF4-FFF2-40B4-BE49-F238E27FC236}">
                <a16:creationId xmlns:a16="http://schemas.microsoft.com/office/drawing/2014/main" id="{E55108B7-B579-2A04-2FE1-2E6714A77B2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extLst>
      <p:ext uri="{BB962C8B-B14F-4D97-AF65-F5344CB8AC3E}">
        <p14:creationId xmlns:p14="http://schemas.microsoft.com/office/powerpoint/2010/main" val="333971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F6620-B506-1476-CC7B-6E0F0564A765}"/>
              </a:ext>
            </a:extLst>
          </p:cNvPr>
          <p:cNvSpPr>
            <a:spLocks noGrp="1"/>
          </p:cNvSpPr>
          <p:nvPr>
            <p:ph type="title"/>
          </p:nvPr>
        </p:nvSpPr>
        <p:spPr/>
        <p:txBody>
          <a:bodyPr/>
          <a:lstStyle/>
          <a:p>
            <a:r>
              <a:rPr lang="en-IN" altLang="en-US" b="1" dirty="0">
                <a:solidFill>
                  <a:schemeClr val="accent1"/>
                </a:solidFill>
                <a:effectLst>
                  <a:outerShdw blurRad="38100" dist="25400" dir="5400000" algn="ctr" rotWithShape="0">
                    <a:srgbClr val="6E747A">
                      <a:alpha val="43000"/>
                    </a:srgbClr>
                  </a:outerShdw>
                </a:effectLst>
              </a:rPr>
              <a:t>                       </a:t>
            </a:r>
            <a:r>
              <a:rPr lang="en-IN" altLang="en-US" b="1" dirty="0">
                <a:solidFill>
                  <a:schemeClr val="accent1">
                    <a:lumMod val="75000"/>
                  </a:schemeClr>
                </a:solidFill>
                <a:effectLst>
                  <a:outerShdw blurRad="38100" dist="25400" dir="5400000" algn="ctr" rotWithShape="0">
                    <a:srgbClr val="6E747A">
                      <a:alpha val="43000"/>
                    </a:srgbClr>
                  </a:outerShdw>
                </a:effectLst>
              </a:rPr>
              <a:t>CONCLUSION</a:t>
            </a:r>
            <a:endParaRPr lang="en-IN" dirty="0"/>
          </a:p>
        </p:txBody>
      </p:sp>
      <p:sp>
        <p:nvSpPr>
          <p:cNvPr id="3" name="Content Placeholder 2">
            <a:extLst>
              <a:ext uri="{FF2B5EF4-FFF2-40B4-BE49-F238E27FC236}">
                <a16:creationId xmlns:a16="http://schemas.microsoft.com/office/drawing/2014/main" id="{BBDEBA39-78BF-FA00-026C-686C5A5BFB08}"/>
              </a:ext>
            </a:extLst>
          </p:cNvPr>
          <p:cNvSpPr>
            <a:spLocks noGrp="1"/>
          </p:cNvSpPr>
          <p:nvPr>
            <p:ph idx="1"/>
          </p:nvPr>
        </p:nvSpPr>
        <p:spPr>
          <a:xfrm>
            <a:off x="2639616" y="2420888"/>
            <a:ext cx="8915400" cy="5112568"/>
          </a:xfrm>
        </p:spPr>
        <p:txBody>
          <a:bodyPr/>
          <a:lstStyle/>
          <a:p>
            <a:r>
              <a:rPr lang="en-US" dirty="0"/>
              <a:t>The AI-Based Nutrition Recommendation System helps people choose the right food according to their health conditions. By using machine learning techniques, the system can analyze user data and provide personalized diet suggestions.</a:t>
            </a:r>
          </a:p>
          <a:p>
            <a:r>
              <a:rPr lang="en-US" dirty="0"/>
              <a:t>This helps users maintain a healthy lifestyle and balanced diet. The system is efficient, scalable, and can support many users.</a:t>
            </a:r>
          </a:p>
          <a:p>
            <a:endParaRPr lang="en-IN" dirty="0"/>
          </a:p>
        </p:txBody>
      </p:sp>
      <p:pic>
        <p:nvPicPr>
          <p:cNvPr id="4" name="Picture 3">
            <a:extLst>
              <a:ext uri="{FF2B5EF4-FFF2-40B4-BE49-F238E27FC236}">
                <a16:creationId xmlns:a16="http://schemas.microsoft.com/office/drawing/2014/main" id="{D1D66A59-2EE5-0457-0F5C-CFC3496ED95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extLst>
      <p:ext uri="{BB962C8B-B14F-4D97-AF65-F5344CB8AC3E}">
        <p14:creationId xmlns:p14="http://schemas.microsoft.com/office/powerpoint/2010/main" val="2398430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4FAC3-6EE9-6757-B2AA-6A7189D989B5}"/>
              </a:ext>
            </a:extLst>
          </p:cNvPr>
          <p:cNvSpPr>
            <a:spLocks noGrp="1"/>
          </p:cNvSpPr>
          <p:nvPr>
            <p:ph type="title"/>
          </p:nvPr>
        </p:nvSpPr>
        <p:spPr/>
        <p:txBody>
          <a:bodyPr/>
          <a:lstStyle/>
          <a:p>
            <a:r>
              <a:rPr lang="en-IN" b="1" dirty="0">
                <a:solidFill>
                  <a:schemeClr val="accent1">
                    <a:lumMod val="75000"/>
                  </a:schemeClr>
                </a:solidFill>
                <a:latin typeface="Times New Roman" panose="02020603050405020304" pitchFamily="18" charset="0"/>
                <a:cs typeface="Times New Roman" panose="02020603050405020304" pitchFamily="18" charset="0"/>
              </a:rPr>
              <a:t>                   FUTURE SCOPE</a:t>
            </a:r>
            <a:endParaRPr lang="en-IN" dirty="0"/>
          </a:p>
        </p:txBody>
      </p:sp>
      <p:sp>
        <p:nvSpPr>
          <p:cNvPr id="3" name="Content Placeholder 2">
            <a:extLst>
              <a:ext uri="{FF2B5EF4-FFF2-40B4-BE49-F238E27FC236}">
                <a16:creationId xmlns:a16="http://schemas.microsoft.com/office/drawing/2014/main" id="{EC1932BC-9C49-CC8E-EC74-5E05AD042061}"/>
              </a:ext>
            </a:extLst>
          </p:cNvPr>
          <p:cNvSpPr>
            <a:spLocks noGrp="1"/>
          </p:cNvSpPr>
          <p:nvPr>
            <p:ph idx="1"/>
          </p:nvPr>
        </p:nvSpPr>
        <p:spPr>
          <a:xfrm>
            <a:off x="3071664" y="2708920"/>
            <a:ext cx="8915400" cy="2914270"/>
          </a:xfrm>
        </p:spPr>
        <p:txBody>
          <a:bodyPr/>
          <a:lstStyle/>
          <a:p>
            <a:r>
              <a:rPr lang="en-US" dirty="0"/>
              <a:t>In the future, the system can be improved by:</a:t>
            </a:r>
          </a:p>
          <a:p>
            <a:r>
              <a:rPr lang="en-US" dirty="0"/>
              <a:t>Using deep learning algorithms</a:t>
            </a:r>
          </a:p>
          <a:p>
            <a:r>
              <a:rPr lang="en-US" dirty="0"/>
              <a:t>Connecting with fitness bands and smartwatches</a:t>
            </a:r>
          </a:p>
          <a:p>
            <a:r>
              <a:rPr lang="en-US" dirty="0"/>
              <a:t>Providing real-time health monitoring</a:t>
            </a:r>
          </a:p>
          <a:p>
            <a:r>
              <a:rPr lang="en-US" dirty="0"/>
              <a:t>Creating mobile applications</a:t>
            </a:r>
          </a:p>
          <a:p>
            <a:r>
              <a:rPr lang="en-US" dirty="0"/>
              <a:t>Improving diet recommendations using user feedback</a:t>
            </a:r>
          </a:p>
          <a:p>
            <a:r>
              <a:rPr lang="en-US" dirty="0"/>
              <a:t>These improvements will make the system more intelligent and useful.</a:t>
            </a:r>
          </a:p>
          <a:p>
            <a:endParaRPr lang="en-IN" dirty="0"/>
          </a:p>
        </p:txBody>
      </p:sp>
      <p:pic>
        <p:nvPicPr>
          <p:cNvPr id="4" name="Picture 3">
            <a:extLst>
              <a:ext uri="{FF2B5EF4-FFF2-40B4-BE49-F238E27FC236}">
                <a16:creationId xmlns:a16="http://schemas.microsoft.com/office/drawing/2014/main" id="{4A62C398-AE1E-3235-68C6-B338ED820EC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Tree>
    <p:extLst>
      <p:ext uri="{BB962C8B-B14F-4D97-AF65-F5344CB8AC3E}">
        <p14:creationId xmlns:p14="http://schemas.microsoft.com/office/powerpoint/2010/main" val="2891227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altLang="en-US" dirty="0"/>
              <a:t> </a:t>
            </a:r>
          </a:p>
        </p:txBody>
      </p:sp>
      <p:sp>
        <p:nvSpPr>
          <p:cNvPr id="6" name="Text Box 5"/>
          <p:cNvSpPr txBox="1"/>
          <p:nvPr/>
        </p:nvSpPr>
        <p:spPr>
          <a:xfrm>
            <a:off x="2999656" y="428331"/>
            <a:ext cx="7979410" cy="1004570"/>
          </a:xfrm>
          <a:prstGeom prst="rect">
            <a:avLst/>
          </a:prstGeom>
          <a:no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IN" altLang="en-US" sz="3200" b="1" dirty="0">
                <a:solidFill>
                  <a:schemeClr val="accent1"/>
                </a:solidFill>
                <a:effectLst>
                  <a:outerShdw blurRad="38100" dist="25400" dir="5400000" algn="ctr" rotWithShape="0">
                    <a:srgbClr val="6E747A">
                      <a:alpha val="43000"/>
                    </a:srgbClr>
                  </a:outerShdw>
                </a:effectLst>
              </a:rPr>
              <a:t>                    </a:t>
            </a:r>
            <a:r>
              <a:rPr lang="en-IN" altLang="en-US" sz="3200" b="1" dirty="0">
                <a:solidFill>
                  <a:schemeClr val="accent1">
                    <a:lumMod val="75000"/>
                  </a:schemeClr>
                </a:solidFill>
                <a:effectLst>
                  <a:outerShdw blurRad="38100" dist="25400" dir="5400000" algn="ctr" rotWithShape="0">
                    <a:srgbClr val="6E747A">
                      <a:alpha val="43000"/>
                    </a:srgbClr>
                  </a:outerShdw>
                </a:effectLst>
              </a:rPr>
              <a:t>REFERENCES</a:t>
            </a:r>
          </a:p>
        </p:txBody>
      </p:sp>
      <p:pic>
        <p:nvPicPr>
          <p:cNvPr id="3" name="Picture 2">
            <a:extLst>
              <a:ext uri="{FF2B5EF4-FFF2-40B4-BE49-F238E27FC236}">
                <a16:creationId xmlns:a16="http://schemas.microsoft.com/office/drawing/2014/main" id="{2E35755B-2018-B64F-ABF9-0E49777B91E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28054" y="-27384"/>
            <a:ext cx="2219674" cy="1900827"/>
          </a:xfrm>
          <a:prstGeom prst="rect">
            <a:avLst/>
          </a:prstGeom>
        </p:spPr>
      </p:pic>
      <p:sp>
        <p:nvSpPr>
          <p:cNvPr id="4" name="Content Placeholder 3">
            <a:extLst>
              <a:ext uri="{FF2B5EF4-FFF2-40B4-BE49-F238E27FC236}">
                <a16:creationId xmlns:a16="http://schemas.microsoft.com/office/drawing/2014/main" id="{6C09B3A4-11BB-32C8-34E6-68015924F72B}"/>
              </a:ext>
            </a:extLst>
          </p:cNvPr>
          <p:cNvSpPr>
            <a:spLocks noGrp="1"/>
          </p:cNvSpPr>
          <p:nvPr>
            <p:ph idx="1"/>
          </p:nvPr>
        </p:nvSpPr>
        <p:spPr/>
        <p:txBody>
          <a:bodyPr>
            <a:normAutofit lnSpcReduction="10000"/>
          </a:bodyPr>
          <a:lstStyle/>
          <a:p>
            <a:r>
              <a:rPr lang="en-US" dirty="0"/>
              <a:t>Some references used in this project include research papers and articles related to:</a:t>
            </a:r>
          </a:p>
          <a:p>
            <a:r>
              <a:rPr lang="en-US" dirty="0"/>
              <a:t>AI-Based Personalized Nutrition Systems</a:t>
            </a:r>
          </a:p>
          <a:p>
            <a:r>
              <a:rPr lang="en-US" dirty="0"/>
              <a:t>Machine Learning in Healthcare Applications</a:t>
            </a:r>
          </a:p>
          <a:p>
            <a:r>
              <a:rPr lang="en-US" dirty="0"/>
              <a:t>Food Recommendation Systems using Artificial Intelligence</a:t>
            </a:r>
          </a:p>
          <a:p>
            <a:r>
              <a:rPr lang="en-US" dirty="0"/>
              <a:t>Nutrition and Health Management Research Papers</a:t>
            </a:r>
          </a:p>
          <a:p>
            <a:r>
              <a:rPr lang="en-US" b="1" dirty="0"/>
              <a:t>Example sources</a:t>
            </a:r>
            <a:r>
              <a:rPr lang="en-US" dirty="0"/>
              <a:t>:</a:t>
            </a:r>
          </a:p>
          <a:p>
            <a:r>
              <a:rPr lang="en-US" dirty="0"/>
              <a:t>IEEE Research Papers on AI in Healthcare</a:t>
            </a:r>
          </a:p>
          <a:p>
            <a:r>
              <a:rPr lang="en-US" dirty="0"/>
              <a:t>Google Scholar Research Articles</a:t>
            </a:r>
          </a:p>
          <a:p>
            <a:r>
              <a:rPr lang="en-US" dirty="0"/>
              <a:t>Machine Learning and Nutrition Recommendation Studies</a:t>
            </a:r>
          </a:p>
          <a:p>
            <a:endParaRPr lang="en-IN" dirty="0"/>
          </a:p>
        </p:txBody>
      </p:sp>
    </p:spTree>
    <p:extLst>
      <p:ext uri="{BB962C8B-B14F-4D97-AF65-F5344CB8AC3E}">
        <p14:creationId xmlns:p14="http://schemas.microsoft.com/office/powerpoint/2010/main" val="11707898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83632" y="394265"/>
            <a:ext cx="9586452" cy="3534420"/>
          </a:xfrm>
        </p:spPr>
        <p:txBody>
          <a:bodyPr/>
          <a:lstStyle/>
          <a:p>
            <a:r>
              <a:rPr lang="en-IN" sz="4800" b="1" dirty="0">
                <a:solidFill>
                  <a:schemeClr val="accent4">
                    <a:lumMod val="20000"/>
                    <a:lumOff val="80000"/>
                  </a:schemeClr>
                </a:solidFill>
                <a:latin typeface="Elephant" panose="02020904090505020303" pitchFamily="18" charset="0"/>
              </a:rPr>
              <a:t>     </a:t>
            </a:r>
            <a:r>
              <a:rPr lang="en-IN" sz="4800" dirty="0">
                <a:solidFill>
                  <a:schemeClr val="tx1"/>
                </a:solidFill>
                <a:latin typeface="Elephant" panose="02020904090505020303" pitchFamily="18" charset="0"/>
              </a:rPr>
              <a:t>THANK YOU</a:t>
            </a:r>
          </a:p>
        </p:txBody>
      </p:sp>
      <p:sp>
        <p:nvSpPr>
          <p:cNvPr id="3" name="Text Placeholder 2"/>
          <p:cNvSpPr>
            <a:spLocks noGrp="1"/>
          </p:cNvSpPr>
          <p:nvPr>
            <p:ph type="body" idx="1"/>
          </p:nvPr>
        </p:nvSpPr>
        <p:spPr/>
        <p:txBody>
          <a:bodyPr/>
          <a:lstStyle/>
          <a:p>
            <a:r>
              <a:rPr lang="en-IN" dirty="0">
                <a:solidFill>
                  <a:schemeClr val="bg1"/>
                </a:solidFill>
              </a:rPr>
              <a:t>….</a:t>
            </a:r>
          </a:p>
        </p:txBody>
      </p:sp>
      <p:pic>
        <p:nvPicPr>
          <p:cNvPr id="4" name="Picture 3">
            <a:extLst>
              <a:ext uri="{FF2B5EF4-FFF2-40B4-BE49-F238E27FC236}">
                <a16:creationId xmlns:a16="http://schemas.microsoft.com/office/drawing/2014/main" id="{D9615EC3-E1B6-D697-11D8-FE5F618B140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9416" y="260648"/>
            <a:ext cx="2219674" cy="1900827"/>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6.0.29"/>
  <p:tag name="AS_OS" val="Unix 5.4.0.205"/>
  <p:tag name="AS_RELEASE_DATE" val="2024.02.14"/>
  <p:tag name="AS_TITLE" val="Aspose.Slides for .NET6"/>
  <p:tag name="AS_VERSION" val="2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20Ｐゴシック"/>
        <a:font script="Hang" typeface="맑은%20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20Ｐゴシック"/>
        <a:font script="Hang" typeface="맑은%20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3.xml><?xml version="1.0" encoding="utf-8"?>
<a:theme xmlns:a="http://schemas.openxmlformats.org/drawingml/2006/main" name="1_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Calibri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Calibri"/>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734</TotalTime>
  <Words>1231</Words>
  <Application>Microsoft Office PowerPoint</Application>
  <PresentationFormat>Widescreen</PresentationFormat>
  <Paragraphs>179</Paragraphs>
  <Slides>23</Slides>
  <Notes>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23</vt:i4>
      </vt:variant>
    </vt:vector>
  </HeadingPairs>
  <TitlesOfParts>
    <vt:vector size="34" baseType="lpstr">
      <vt:lpstr>SimSun</vt:lpstr>
      <vt:lpstr>Arial</vt:lpstr>
      <vt:lpstr>Calibri</vt:lpstr>
      <vt:lpstr>Century Gothic</vt:lpstr>
      <vt:lpstr>Elephant</vt:lpstr>
      <vt:lpstr>Times New Roman</vt:lpstr>
      <vt:lpstr>Wingdings</vt:lpstr>
      <vt:lpstr>Wingdings 3</vt:lpstr>
      <vt:lpstr>Office Theme</vt:lpstr>
      <vt:lpstr>Wisp</vt:lpstr>
      <vt:lpstr>1_Wisp</vt:lpstr>
      <vt:lpstr>ASHOKA WOMEN’S ENGINEERING COLLEGE                  </vt:lpstr>
      <vt:lpstr>       </vt:lpstr>
      <vt:lpstr>                          OUTLINES</vt:lpstr>
      <vt:lpstr>                         ABSTRACT</vt:lpstr>
      <vt:lpstr>                     INTRODUCTION</vt:lpstr>
      <vt:lpstr>                  PROBLEM STATEMENT</vt:lpstr>
      <vt:lpstr>                           OBJECTIVE</vt:lpstr>
      <vt:lpstr>                         EXISTING SYSTEM</vt:lpstr>
      <vt:lpstr>            DISADVANTAGES OF EXISTING   </vt:lpstr>
      <vt:lpstr>                     PROPOSED SYSTEM</vt:lpstr>
      <vt:lpstr>             ADVANTAGES OF PROPOSED SYSTEM</vt:lpstr>
      <vt:lpstr>                      ALGORITHMS USED</vt:lpstr>
      <vt:lpstr>                  METHODOLOGY</vt:lpstr>
      <vt:lpstr>                METHODOLOGY</vt:lpstr>
      <vt:lpstr>             SOFTWARE REQUIREMENTS</vt:lpstr>
      <vt:lpstr>             WORKING OF THE PROJECT</vt:lpstr>
      <vt:lpstr>             WORKING OF THE PROJECT</vt:lpstr>
      <vt:lpstr>             WORKING OF THE PROJECT </vt:lpstr>
      <vt:lpstr>                     APPLICATIONS</vt:lpstr>
      <vt:lpstr>                       CONCLUSION</vt:lpstr>
      <vt:lpstr>                   FUTURE SCOPE</vt:lpstr>
      <vt:lpstr> </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Deepthi Reddy</dc:creator>
  <cp:lastModifiedBy>Deepthi Reddy</cp:lastModifiedBy>
  <cp:revision>12</cp:revision>
  <cp:lastPrinted>2025-04-19T11:07:00Z</cp:lastPrinted>
  <dcterms:created xsi:type="dcterms:W3CDTF">2025-04-19T11:07:00Z</dcterms:created>
  <dcterms:modified xsi:type="dcterms:W3CDTF">2026-03-10T16:52:19Z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E1890B95CF044AA28845C120ABC3CA30_12</vt:lpwstr>
  </property>
  <property fmtid="{D5CDD505-2E9C-101B-9397-08002B2CF9AE}" pid="3" name="KSOProductBuildVer">
    <vt:lpwstr>1033-12.2.0.20795</vt:lpwstr>
  </property>
</Properties>
</file>